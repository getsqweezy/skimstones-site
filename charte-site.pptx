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67" r:id="rId1"/>
    <p:sldMasterId id="2147483877" r:id="rId2"/>
    <p:sldMasterId id="2147483880" r:id="rId3"/>
  </p:sldMasterIdLst>
  <p:notesMasterIdLst>
    <p:notesMasterId r:id="rId9"/>
  </p:notesMasterIdLst>
  <p:sldIdLst>
    <p:sldId id="2972" r:id="rId4"/>
    <p:sldId id="2975" r:id="rId5"/>
    <p:sldId id="2976" r:id="rId6"/>
    <p:sldId id="2977" r:id="rId7"/>
    <p:sldId id="2978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341" userDrawn="1">
          <p15:clr>
            <a:srgbClr val="A4A3A4"/>
          </p15:clr>
        </p15:guide>
        <p15:guide id="3" pos="2207" userDrawn="1">
          <p15:clr>
            <a:srgbClr val="A4A3A4"/>
          </p15:clr>
        </p15:guide>
        <p15:guide id="4" pos="755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5569"/>
    <a:srgbClr val="FBF5D3"/>
    <a:srgbClr val="FDFAE9"/>
    <a:srgbClr val="FE7116"/>
    <a:srgbClr val="EDE5DA"/>
    <a:srgbClr val="F6F2ED"/>
    <a:srgbClr val="004E7E"/>
    <a:srgbClr val="B8D87B"/>
    <a:srgbClr val="6AAC91"/>
    <a:srgbClr val="DE96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62" y="187"/>
      </p:cViewPr>
      <p:guideLst>
        <p:guide orient="horz" pos="2160"/>
        <p:guide pos="3341"/>
        <p:guide pos="2207"/>
        <p:guide pos="755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viewProps" Target="viewProps.xml"/><Relationship Id="rId5" Type="http://schemas.openxmlformats.org/officeDocument/2006/relationships/slide" Target="slides/slide2.xml"/><Relationship Id="rId10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8B8711-6977-4CA3-ABAD-12E54DF94119}" type="datetimeFigureOut">
              <a:rPr lang="en-GB" smtClean="0"/>
              <a:t>20/05/2026</a:t>
            </a:fld>
            <a:endParaRPr lang="en-GB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5FDD13-7079-47FB-BE85-5EF4521D7719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7217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4A55CF2-256D-44FD-9430-5B63A079CF51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006665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chemeClr val="accent2"/>
                </a:solidFill>
              </a:defRPr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accent2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 dirty="0"/>
              <a:t>Modifiez le style des sous-titres du masque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97981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3900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‹N°›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8785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1592825"/>
            <a:ext cx="4754880" cy="4487934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1592826"/>
            <a:ext cx="4754880" cy="4487934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5071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64755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529051"/>
            <a:ext cx="4754880" cy="3575712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64507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526890"/>
            <a:ext cx="4754880" cy="3575712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5456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829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62763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53678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476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B727325-C26F-4A0E-A894-60BAC9F6D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7B69070-892B-4C05-A378-77A28FC618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51412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74993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731">
          <p15:clr>
            <a:srgbClr val="FBAE40"/>
          </p15:clr>
        </p15:guide>
        <p15:guide id="4" orient="horz" pos="3498">
          <p15:clr>
            <a:srgbClr val="FBAE40"/>
          </p15:clr>
        </p15:guide>
        <p15:guide id="5" orient="horz" pos="3974">
          <p15:clr>
            <a:srgbClr val="FBAE40"/>
          </p15:clr>
        </p15:guide>
        <p15:guide id="6" orient="horz" pos="346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B727325-C26F-4A0E-A894-60BAC9F6D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7B69070-892B-4C05-A378-77A28FC618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12915985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6">
            <a:extLst>
              <a:ext uri="{FF2B5EF4-FFF2-40B4-BE49-F238E27FC236}">
                <a16:creationId xmlns:a16="http://schemas.microsoft.com/office/drawing/2014/main" id="{4EE8AC15-C6B6-447B-92C6-1D62D57D024D}"/>
              </a:ext>
            </a:extLst>
          </p:cNvPr>
          <p:cNvGrpSpPr/>
          <p:nvPr userDrawn="1"/>
        </p:nvGrpSpPr>
        <p:grpSpPr>
          <a:xfrm>
            <a:off x="685800" y="549273"/>
            <a:ext cx="10914225" cy="5759453"/>
            <a:chOff x="685800" y="549273"/>
            <a:chExt cx="10914225" cy="5759453"/>
          </a:xfrm>
        </p:grpSpPr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9B598EE0-D445-4ADC-A5CC-49EB4B0AAB54}"/>
                </a:ext>
              </a:extLst>
            </p:cNvPr>
            <p:cNvSpPr/>
            <p:nvPr/>
          </p:nvSpPr>
          <p:spPr bwMode="auto">
            <a:xfrm>
              <a:off x="7820025" y="1160464"/>
              <a:ext cx="3780000" cy="5148262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5B7999F9-822D-44C0-91B0-E9312B5BB248}"/>
                </a:ext>
              </a:extLst>
            </p:cNvPr>
            <p:cNvSpPr/>
            <p:nvPr/>
          </p:nvSpPr>
          <p:spPr bwMode="auto">
            <a:xfrm flipH="1" flipV="1">
              <a:off x="685800" y="549273"/>
              <a:ext cx="3780000" cy="5148000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</p:grpSp>
      <p:pic>
        <p:nvPicPr>
          <p:cNvPr id="6" name="Image 5">
            <a:extLst>
              <a:ext uri="{FF2B5EF4-FFF2-40B4-BE49-F238E27FC236}">
                <a16:creationId xmlns:a16="http://schemas.microsoft.com/office/drawing/2014/main" id="{1070ABC7-AC65-4744-8CD2-F3383CB4D13C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1198501" y="549275"/>
            <a:ext cx="2178200" cy="66499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9FF337B-0E12-4CB1-81C7-7B9F6EF2EBC3}"/>
              </a:ext>
            </a:extLst>
          </p:cNvPr>
          <p:cNvSpPr/>
          <p:nvPr userDrawn="1"/>
        </p:nvSpPr>
        <p:spPr>
          <a:xfrm>
            <a:off x="7502558" y="5798194"/>
            <a:ext cx="4097467" cy="823252"/>
          </a:xfrm>
          <a:prstGeom prst="rect">
            <a:avLst/>
          </a:prstGeom>
          <a:noFill/>
        </p:spPr>
        <p:txBody>
          <a:bodyPr wrap="square" lIns="91440" tIns="45720" rIns="91440" bIns="45720">
            <a:normAutofit/>
          </a:bodyPr>
          <a:lstStyle/>
          <a:p>
            <a:pPr algn="ctr"/>
            <a:r>
              <a:rPr lang="fr-FR" sz="2800" b="0" cap="none" spc="0" dirty="0" err="1">
                <a:ln w="12700">
                  <a:noFill/>
                  <a:prstDash val="solid"/>
                </a:ln>
                <a:solidFill>
                  <a:srgbClr val="CCE0E9"/>
                </a:solidFill>
                <a:effectLst/>
                <a:latin typeface="+mj-lt"/>
              </a:rPr>
              <a:t>S.P.o.F</a:t>
            </a:r>
            <a:r>
              <a:rPr lang="fr-FR" sz="2800" b="0" cap="none" spc="0" dirty="0">
                <a:ln w="12700">
                  <a:noFill/>
                  <a:prstDash val="solid"/>
                </a:ln>
                <a:solidFill>
                  <a:srgbClr val="CCE0E9"/>
                </a:solidFill>
                <a:effectLst/>
                <a:latin typeface="+mj-lt"/>
              </a:rPr>
              <a:t> </a:t>
            </a:r>
            <a:r>
              <a:rPr lang="fr-FR" sz="1400" b="0" dirty="0">
                <a:ln w="12700">
                  <a:noFill/>
                  <a:prstDash val="solid"/>
                </a:ln>
                <a:solidFill>
                  <a:srgbClr val="CCE0E9"/>
                </a:solidFill>
                <a:effectLst/>
                <a:latin typeface="+mj-lt"/>
              </a:rPr>
              <a:t>Single Point of Failure</a:t>
            </a:r>
            <a:endParaRPr lang="fr-FR" sz="1400" b="0" cap="none" spc="0" dirty="0">
              <a:ln w="12700">
                <a:noFill/>
                <a:prstDash val="solid"/>
              </a:ln>
              <a:solidFill>
                <a:srgbClr val="CCE0E9"/>
              </a:solidFill>
              <a:effectLst/>
              <a:latin typeface="+mj-lt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E9DD5992-2630-4C62-AD64-314EE9BEE88F}"/>
              </a:ext>
            </a:extLst>
          </p:cNvPr>
          <p:cNvSpPr txBox="1"/>
          <p:nvPr userDrawn="1"/>
        </p:nvSpPr>
        <p:spPr>
          <a:xfrm rot="16200000">
            <a:off x="-1437845" y="3131339"/>
            <a:ext cx="471637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100" b="0" dirty="0">
                <a:solidFill>
                  <a:srgbClr val="CCE0E9"/>
                </a:solidFill>
                <a:latin typeface="+mj-lt"/>
              </a:rPr>
              <a:t>INDUSTRIAL RISK MANAGEMENT</a:t>
            </a:r>
          </a:p>
        </p:txBody>
      </p:sp>
    </p:spTree>
    <p:extLst>
      <p:ext uri="{BB962C8B-B14F-4D97-AF65-F5344CB8AC3E}">
        <p14:creationId xmlns:p14="http://schemas.microsoft.com/office/powerpoint/2010/main" val="39606222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731">
          <p15:clr>
            <a:srgbClr val="FBAE40"/>
          </p15:clr>
        </p15:guide>
        <p15:guide id="4" orient="horz" pos="3498">
          <p15:clr>
            <a:srgbClr val="FBAE40"/>
          </p15:clr>
        </p15:guide>
        <p15:guide id="5" orient="horz" pos="3974">
          <p15:clr>
            <a:srgbClr val="FBAE40"/>
          </p15:clr>
        </p15:guide>
        <p15:guide id="6" orient="horz" pos="34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80000">
              <a:schemeClr val="accent5">
                <a:lumMod val="68000"/>
                <a:lumOff val="32000"/>
              </a:schemeClr>
            </a:gs>
            <a:gs pos="39800">
              <a:schemeClr val="accent4">
                <a:alpha val="65000"/>
              </a:schemeClr>
            </a:gs>
            <a:gs pos="60000">
              <a:schemeClr val="accent4">
                <a:alpha val="64000"/>
              </a:schemeClr>
            </a:gs>
            <a:gs pos="20000">
              <a:schemeClr val="accent5">
                <a:lumMod val="70000"/>
                <a:lumOff val="30000"/>
              </a:schemeClr>
            </a:gs>
            <a:gs pos="0">
              <a:srgbClr val="B8D87B"/>
            </a:gs>
            <a:gs pos="100000">
              <a:srgbClr val="B8D87B"/>
            </a:gs>
          </a:gsLst>
          <a:lin ang="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 userDrawn="1"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>
              <a:alpha val="9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825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582994"/>
            <a:ext cx="9872871" cy="45130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3000" y="6223828"/>
            <a:ext cx="75239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2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83598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8" r:id="rId1"/>
    <p:sldLayoutId id="2147483869" r:id="rId2"/>
    <p:sldLayoutId id="2147483870" r:id="rId3"/>
    <p:sldLayoutId id="2147483871" r:id="rId4"/>
    <p:sldLayoutId id="2147483872" r:id="rId5"/>
    <p:sldLayoutId id="2147483873" r:id="rId6"/>
    <p:sldLayoutId id="2147483874" r:id="rId7"/>
    <p:sldLayoutId id="2147483875" r:id="rId8"/>
    <p:sldLayoutId id="2147483876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2"/>
          </a:solidFill>
          <a:latin typeface="Gadugi" panose="020B0502040204020203" pitchFamily="34" charset="0"/>
          <a:ea typeface="Gadugi" panose="020B0502040204020203" pitchFamily="34" charset="0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Wingdings" panose="05000000000000000000" pitchFamily="2" charset="2"/>
        <a:buChar char="§"/>
        <a:defRPr sz="2200" kern="1200">
          <a:solidFill>
            <a:schemeClr val="accent2"/>
          </a:solidFill>
          <a:latin typeface="Gadugi" panose="020B0502040204020203" pitchFamily="34" charset="0"/>
          <a:ea typeface="Gadugi" panose="020B0502040204020203" pitchFamily="34" charset="0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Wingdings" panose="05000000000000000000" pitchFamily="2" charset="2"/>
        <a:buChar char="§"/>
        <a:defRPr sz="2000" kern="1200">
          <a:solidFill>
            <a:schemeClr val="accent2"/>
          </a:solidFill>
          <a:latin typeface="Gadugi" panose="020B0502040204020203" pitchFamily="34" charset="0"/>
          <a:ea typeface="Gadugi" panose="020B0502040204020203" pitchFamily="34" charset="0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Wingdings" panose="05000000000000000000" pitchFamily="2" charset="2"/>
        <a:buChar char="§"/>
        <a:defRPr sz="1800" kern="1200">
          <a:solidFill>
            <a:schemeClr val="accent2"/>
          </a:solidFill>
          <a:latin typeface="Gadugi" panose="020B0502040204020203" pitchFamily="34" charset="0"/>
          <a:ea typeface="Gadugi" panose="020B0502040204020203" pitchFamily="34" charset="0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Wingdings" panose="05000000000000000000" pitchFamily="2" charset="2"/>
        <a:buChar char="§"/>
        <a:defRPr sz="1600" kern="1200">
          <a:solidFill>
            <a:schemeClr val="accent2"/>
          </a:solidFill>
          <a:latin typeface="Gadugi" panose="020B0502040204020203" pitchFamily="34" charset="0"/>
          <a:ea typeface="Gadugi" panose="020B0502040204020203" pitchFamily="34" charset="0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Wingdings" panose="05000000000000000000" pitchFamily="2" charset="2"/>
        <a:buChar char="§"/>
        <a:defRPr sz="1600" kern="1200">
          <a:solidFill>
            <a:schemeClr val="accent2"/>
          </a:solidFill>
          <a:latin typeface="Gadugi" panose="020B0502040204020203" pitchFamily="34" charset="0"/>
          <a:ea typeface="Gadugi" panose="020B0502040204020203" pitchFamily="34" charset="0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0">
              <a:schemeClr val="bg1">
                <a:lumMod val="20000"/>
                <a:lumOff val="80000"/>
              </a:schemeClr>
            </a:gs>
            <a:gs pos="32000">
              <a:schemeClr val="bg2">
                <a:lumMod val="20000"/>
                <a:lumOff val="80000"/>
              </a:schemeClr>
            </a:gs>
            <a:gs pos="71000">
              <a:schemeClr val="accent5">
                <a:lumMod val="40000"/>
                <a:lumOff val="60000"/>
              </a:schemeClr>
            </a:gs>
            <a:gs pos="100000">
              <a:schemeClr val="accent4">
                <a:lumMod val="40000"/>
                <a:lumOff val="6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69780" y="531222"/>
            <a:ext cx="8610600" cy="15261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4"/>
            <a:ext cx="1099458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9"/>
            <a:ext cx="87891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051" b="0" i="0" u="none" strike="noStrike" kern="1200" cap="none" spc="0" normalizeH="0" baseline="0" noProof="0">
              <a:ln>
                <a:noFill/>
              </a:ln>
              <a:solidFill>
                <a:srgbClr val="19284F">
                  <a:tint val="75000"/>
                </a:srgbClr>
              </a:solidFill>
              <a:effectLst/>
              <a:uLnTx/>
              <a:uFillTx/>
              <a:latin typeface="Gadugi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579428" y="6355848"/>
            <a:ext cx="210095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1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9F95C0-7E95-44E1-9FBD-F66BA2D50AB0}" type="slidenum">
              <a:rPr kumimoji="0" lang="fr-FR" sz="1051" b="0" i="0" u="none" strike="noStrike" kern="1200" cap="none" spc="0" normalizeH="0" baseline="0" noProof="0" smtClean="0">
                <a:ln>
                  <a:noFill/>
                </a:ln>
                <a:solidFill>
                  <a:srgbClr val="19284F">
                    <a:tint val="75000"/>
                  </a:srgbClr>
                </a:solidFill>
                <a:effectLst/>
                <a:uLnTx/>
                <a:uFillTx/>
                <a:latin typeface="Argentum Sans VF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‹N°›</a:t>
            </a:fld>
            <a:endParaRPr kumimoji="0" lang="fr-FR" sz="1051" b="0" i="0" u="none" strike="noStrike" kern="1200" cap="none" spc="0" normalizeH="0" baseline="0" noProof="0">
              <a:ln>
                <a:noFill/>
              </a:ln>
              <a:solidFill>
                <a:srgbClr val="19284F">
                  <a:tint val="75000"/>
                </a:srgbClr>
              </a:solidFill>
              <a:effectLst/>
              <a:uLnTx/>
              <a:uFillTx/>
              <a:latin typeface="Argentum Sans VF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74312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8" r:id="rId1"/>
    <p:sldLayoutId id="2147483879" r:id="rId2"/>
  </p:sldLayoutIdLst>
  <p:txStyles>
    <p:titleStyle>
      <a:lvl1pPr algn="r" defTabSz="914377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accent4">
              <a:lumMod val="20000"/>
              <a:lumOff val="80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rgbClr val="00ABA9"/>
        </a:buClr>
        <a:buFont typeface="Wingdings" panose="05000000000000000000" pitchFamily="2" charset="2"/>
        <a:buChar char="§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rgbClr val="00ABA9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rgbClr val="00ABA9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rgbClr val="00ABA9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rgbClr val="00ABA9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0">
              <a:schemeClr val="bg1">
                <a:lumMod val="20000"/>
                <a:lumOff val="80000"/>
              </a:schemeClr>
            </a:gs>
            <a:gs pos="32000">
              <a:schemeClr val="bg2">
                <a:lumMod val="20000"/>
                <a:lumOff val="80000"/>
              </a:schemeClr>
            </a:gs>
            <a:gs pos="71000">
              <a:schemeClr val="accent5">
                <a:lumMod val="40000"/>
                <a:lumOff val="60000"/>
              </a:schemeClr>
            </a:gs>
            <a:gs pos="100000">
              <a:schemeClr val="accent4">
                <a:lumMod val="40000"/>
                <a:lumOff val="6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69780" y="531222"/>
            <a:ext cx="8610600" cy="15261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4"/>
            <a:ext cx="1099458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9"/>
            <a:ext cx="87891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051" b="0" i="0" u="none" strike="noStrike" kern="1200" cap="none" spc="0" normalizeH="0" baseline="0" noProof="0">
              <a:ln>
                <a:noFill/>
              </a:ln>
              <a:solidFill>
                <a:srgbClr val="19284F">
                  <a:tint val="75000"/>
                </a:srgbClr>
              </a:solidFill>
              <a:effectLst/>
              <a:uLnTx/>
              <a:uFillTx/>
              <a:latin typeface="Gadugi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579428" y="6355848"/>
            <a:ext cx="210095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1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9F95C0-7E95-44E1-9FBD-F66BA2D50AB0}" type="slidenum">
              <a:rPr kumimoji="0" lang="fr-FR" sz="1051" b="0" i="0" u="none" strike="noStrike" kern="1200" cap="none" spc="0" normalizeH="0" baseline="0" noProof="0" smtClean="0">
                <a:ln>
                  <a:noFill/>
                </a:ln>
                <a:solidFill>
                  <a:srgbClr val="19284F">
                    <a:tint val="75000"/>
                  </a:srgbClr>
                </a:solidFill>
                <a:effectLst/>
                <a:uLnTx/>
                <a:uFillTx/>
                <a:latin typeface="Argentum Sans VF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‹N°›</a:t>
            </a:fld>
            <a:endParaRPr kumimoji="0" lang="fr-FR" sz="1051" b="0" i="0" u="none" strike="noStrike" kern="1200" cap="none" spc="0" normalizeH="0" baseline="0" noProof="0">
              <a:ln>
                <a:noFill/>
              </a:ln>
              <a:solidFill>
                <a:srgbClr val="19284F">
                  <a:tint val="75000"/>
                </a:srgbClr>
              </a:solidFill>
              <a:effectLst/>
              <a:uLnTx/>
              <a:uFillTx/>
              <a:latin typeface="Argentum Sans VF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9396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1" r:id="rId1"/>
    <p:sldLayoutId id="2147483882" r:id="rId2"/>
  </p:sldLayoutIdLst>
  <p:txStyles>
    <p:titleStyle>
      <a:lvl1pPr algn="r" defTabSz="914377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accent4">
              <a:lumMod val="20000"/>
              <a:lumOff val="80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rgbClr val="00ABA9"/>
        </a:buClr>
        <a:buFont typeface="Wingdings" panose="05000000000000000000" pitchFamily="2" charset="2"/>
        <a:buChar char="§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rgbClr val="00ABA9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rgbClr val="00ABA9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rgbClr val="00ABA9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rgbClr val="00ABA9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A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re 6">
            <a:extLst>
              <a:ext uri="{FF2B5EF4-FFF2-40B4-BE49-F238E27FC236}">
                <a16:creationId xmlns:a16="http://schemas.microsoft.com/office/drawing/2014/main" id="{523E7D8C-FB79-4895-9C68-FE7E578425F7}"/>
              </a:ext>
            </a:extLst>
          </p:cNvPr>
          <p:cNvSpPr txBox="1">
            <a:spLocks/>
          </p:cNvSpPr>
          <p:nvPr/>
        </p:nvSpPr>
        <p:spPr>
          <a:xfrm>
            <a:off x="3354423" y="312973"/>
            <a:ext cx="5182907" cy="99218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r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accent4">
                    <a:lumMod val="20000"/>
                    <a:lumOff val="8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2800" b="1" i="0" u="none" strike="noStrike" kern="1200" cap="all" spc="0" normalizeH="0" baseline="0" noProof="0" dirty="0">
                <a:ln>
                  <a:noFill/>
                </a:ln>
                <a:solidFill>
                  <a:srgbClr val="4C5775"/>
                </a:solidFill>
                <a:effectLst/>
                <a:uLnTx/>
                <a:uFillTx/>
                <a:latin typeface="Argentum Sans VF"/>
                <a:ea typeface="+mj-ea"/>
                <a:cs typeface="+mj-cs"/>
              </a:rPr>
              <a:t>CHARTE SKIMSTONES (SKS)</a:t>
            </a:r>
            <a:endParaRPr kumimoji="0" lang="fr-FR" sz="2800" b="0" i="0" u="none" strike="noStrike" kern="1200" cap="all" spc="-100" normalizeH="0" baseline="0" noProof="0" dirty="0">
              <a:ln>
                <a:noFill/>
              </a:ln>
              <a:solidFill>
                <a:srgbClr val="4C5775"/>
              </a:solidFill>
              <a:effectLst/>
              <a:uLnTx/>
              <a:uFillTx/>
              <a:latin typeface="Argentum Sans VF"/>
              <a:ea typeface="+mj-ea"/>
              <a:cs typeface="+mj-cs"/>
            </a:endParaRPr>
          </a:p>
          <a:p>
            <a:pPr marL="0" marR="0" lvl="0" indent="0" algn="r" defTabSz="914377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2900" b="0" i="0" u="none" strike="noStrike" kern="1200" cap="all" spc="0" normalizeH="0" baseline="0" noProof="0" dirty="0">
              <a:ln>
                <a:noFill/>
              </a:ln>
              <a:solidFill>
                <a:srgbClr val="4C5775"/>
              </a:solidFill>
              <a:effectLst/>
              <a:uLnTx/>
              <a:uFillTx/>
              <a:latin typeface="Argentum Sans VF"/>
              <a:ea typeface="+mj-ea"/>
              <a:cs typeface="+mj-cs"/>
            </a:endParaRPr>
          </a:p>
        </p:txBody>
      </p:sp>
      <p:sp>
        <p:nvSpPr>
          <p:cNvPr id="51" name="Rectangle : coins arrondis 50">
            <a:extLst>
              <a:ext uri="{FF2B5EF4-FFF2-40B4-BE49-F238E27FC236}">
                <a16:creationId xmlns:a16="http://schemas.microsoft.com/office/drawing/2014/main" id="{2135C6E7-C8F4-472A-84BB-7D89B38B52FA}"/>
              </a:ext>
            </a:extLst>
          </p:cNvPr>
          <p:cNvSpPr/>
          <p:nvPr/>
        </p:nvSpPr>
        <p:spPr>
          <a:xfrm>
            <a:off x="8771154" y="2224309"/>
            <a:ext cx="2321169" cy="64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adugi" panose="020B0502040204020203" pitchFamily="34" charset="0"/>
                <a:ea typeface="Gadugi" panose="020B0502040204020203" pitchFamily="34" charset="0"/>
              </a:rPr>
              <a:t># 4C5775</a:t>
            </a:r>
          </a:p>
        </p:txBody>
      </p:sp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3C559279-349F-497C-B4E2-BB0A52D3F2DF}"/>
              </a:ext>
            </a:extLst>
          </p:cNvPr>
          <p:cNvSpPr/>
          <p:nvPr/>
        </p:nvSpPr>
        <p:spPr>
          <a:xfrm>
            <a:off x="8771154" y="3043017"/>
            <a:ext cx="2321169" cy="64800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adugi" panose="020B0502040204020203" pitchFamily="34" charset="0"/>
                <a:ea typeface="Gadugi" panose="020B0502040204020203" pitchFamily="34" charset="0"/>
              </a:rPr>
              <a:t># 9B324B</a:t>
            </a:r>
          </a:p>
        </p:txBody>
      </p:sp>
      <p:sp>
        <p:nvSpPr>
          <p:cNvPr id="74" name="Rectangle : coins arrondis 73">
            <a:extLst>
              <a:ext uri="{FF2B5EF4-FFF2-40B4-BE49-F238E27FC236}">
                <a16:creationId xmlns:a16="http://schemas.microsoft.com/office/drawing/2014/main" id="{723E7A74-595F-49E1-BB66-6DF1D651189F}"/>
              </a:ext>
            </a:extLst>
          </p:cNvPr>
          <p:cNvSpPr/>
          <p:nvPr/>
        </p:nvSpPr>
        <p:spPr>
          <a:xfrm>
            <a:off x="8771154" y="3861726"/>
            <a:ext cx="2321169" cy="648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rPr>
              <a:t># F4E791</a:t>
            </a:r>
          </a:p>
        </p:txBody>
      </p:sp>
      <p:sp>
        <p:nvSpPr>
          <p:cNvPr id="75" name="Rectangle : coins arrondis 74">
            <a:extLst>
              <a:ext uri="{FF2B5EF4-FFF2-40B4-BE49-F238E27FC236}">
                <a16:creationId xmlns:a16="http://schemas.microsoft.com/office/drawing/2014/main" id="{1E81AAA0-3340-4A34-8620-4B02FF38BB67}"/>
              </a:ext>
            </a:extLst>
          </p:cNvPr>
          <p:cNvSpPr/>
          <p:nvPr/>
        </p:nvSpPr>
        <p:spPr>
          <a:xfrm>
            <a:off x="8771154" y="4634277"/>
            <a:ext cx="2321169" cy="648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adugi" panose="020B0502040204020203" pitchFamily="34" charset="0"/>
                <a:ea typeface="Gadugi" panose="020B0502040204020203" pitchFamily="34" charset="0"/>
              </a:rPr>
              <a:t># A37C3D</a:t>
            </a:r>
          </a:p>
        </p:txBody>
      </p:sp>
      <p:sp>
        <p:nvSpPr>
          <p:cNvPr id="76" name="Rectangle : coins arrondis 75">
            <a:extLst>
              <a:ext uri="{FF2B5EF4-FFF2-40B4-BE49-F238E27FC236}">
                <a16:creationId xmlns:a16="http://schemas.microsoft.com/office/drawing/2014/main" id="{F4BF037E-108A-4792-A454-5CA9D1E2F96E}"/>
              </a:ext>
            </a:extLst>
          </p:cNvPr>
          <p:cNvSpPr/>
          <p:nvPr/>
        </p:nvSpPr>
        <p:spPr>
          <a:xfrm>
            <a:off x="8771154" y="5452986"/>
            <a:ext cx="2321169" cy="648000"/>
          </a:xfrm>
          <a:prstGeom prst="roundRect">
            <a:avLst/>
          </a:prstGeom>
          <a:solidFill>
            <a:srgbClr val="6AAC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adugi" panose="020B0502040204020203" pitchFamily="34" charset="0"/>
                <a:ea typeface="Gadugi" panose="020B0502040204020203" pitchFamily="34" charset="0"/>
              </a:rPr>
              <a:t># 6AAC91</a:t>
            </a:r>
          </a:p>
        </p:txBody>
      </p:sp>
      <p:sp>
        <p:nvSpPr>
          <p:cNvPr id="77" name="Rectangle : coins arrondis 76">
            <a:extLst>
              <a:ext uri="{FF2B5EF4-FFF2-40B4-BE49-F238E27FC236}">
                <a16:creationId xmlns:a16="http://schemas.microsoft.com/office/drawing/2014/main" id="{3179FBD7-8B11-429C-A292-BA8ACBB47CE3}"/>
              </a:ext>
            </a:extLst>
          </p:cNvPr>
          <p:cNvSpPr/>
          <p:nvPr/>
        </p:nvSpPr>
        <p:spPr>
          <a:xfrm>
            <a:off x="8771152" y="1355478"/>
            <a:ext cx="2321169" cy="648000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adugi" panose="020B0502040204020203" pitchFamily="34" charset="0"/>
                <a:ea typeface="Gadugi" panose="020B0502040204020203" pitchFamily="34" charset="0"/>
              </a:rPr>
              <a:t># 19284F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82A483BE-CE49-4054-9A71-C9ECB659F8B6}"/>
              </a:ext>
            </a:extLst>
          </p:cNvPr>
          <p:cNvSpPr txBox="1"/>
          <p:nvPr/>
        </p:nvSpPr>
        <p:spPr>
          <a:xfrm>
            <a:off x="8771152" y="485901"/>
            <a:ext cx="2209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Jeu de couleurs SKS</a:t>
            </a:r>
            <a:endParaRPr lang="fr-FR" dirty="0">
              <a:latin typeface="Stylus BT" panose="020E0402020206020304" pitchFamily="34" charset="0"/>
            </a:endParaRP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E3765E12-6977-4FE4-A6A4-7AF634BC0AD2}"/>
              </a:ext>
            </a:extLst>
          </p:cNvPr>
          <p:cNvSpPr txBox="1"/>
          <p:nvPr/>
        </p:nvSpPr>
        <p:spPr>
          <a:xfrm>
            <a:off x="739283" y="3156949"/>
            <a:ext cx="627640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POLICES PAR DÉFAUT SKS</a:t>
            </a:r>
          </a:p>
          <a:p>
            <a:r>
              <a:rPr lang="fr-FR" dirty="0"/>
              <a:t>1 / texte normal : </a:t>
            </a:r>
            <a:r>
              <a:rPr lang="fr-FR" dirty="0" err="1"/>
              <a:t>Gadugi</a:t>
            </a:r>
            <a:endParaRPr lang="fr-FR" dirty="0"/>
          </a:p>
          <a:p>
            <a:r>
              <a:rPr lang="fr-FR" dirty="0"/>
              <a:t>2/ textes spéciaux NIVEAU 1 : </a:t>
            </a:r>
            <a:r>
              <a:rPr lang="fr-FR" dirty="0" err="1">
                <a:latin typeface="Argentum Sans VF" pitchFamily="2" charset="0"/>
              </a:rPr>
              <a:t>Argentum</a:t>
            </a:r>
            <a:r>
              <a:rPr lang="fr-FR" dirty="0">
                <a:latin typeface="Argentum Sans VF" pitchFamily="2" charset="0"/>
              </a:rPr>
              <a:t> Sans VF</a:t>
            </a:r>
            <a:endParaRPr lang="fr-FR" dirty="0">
              <a:latin typeface="Stylus BT" panose="020E0402020206020304" pitchFamily="34" charset="0"/>
            </a:endParaRPr>
          </a:p>
          <a:p>
            <a:r>
              <a:rPr lang="fr-FR" dirty="0"/>
              <a:t>3/ textes spéciaux NIVEAU 2 : </a:t>
            </a:r>
            <a:r>
              <a:rPr lang="fr-FR" dirty="0" err="1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Artifakt</a:t>
            </a:r>
            <a:r>
              <a:rPr lang="fr-FR" dirty="0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 </a:t>
            </a:r>
            <a:r>
              <a:rPr lang="fr-FR" dirty="0" err="1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Element</a:t>
            </a:r>
            <a:r>
              <a:rPr lang="fr-FR" dirty="0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 Medium</a:t>
            </a:r>
          </a:p>
          <a:p>
            <a:endParaRPr lang="fr-FR" dirty="0">
              <a:latin typeface="Stylus BT" panose="020E0402020206020304" pitchFamily="34" charset="0"/>
            </a:endParaRPr>
          </a:p>
        </p:txBody>
      </p:sp>
      <p:sp>
        <p:nvSpPr>
          <p:cNvPr id="15" name="Titre 6">
            <a:extLst>
              <a:ext uri="{FF2B5EF4-FFF2-40B4-BE49-F238E27FC236}">
                <a16:creationId xmlns:a16="http://schemas.microsoft.com/office/drawing/2014/main" id="{DD0EBD0B-EC6A-48D9-B399-F086A3DCFD0B}"/>
              </a:ext>
            </a:extLst>
          </p:cNvPr>
          <p:cNvSpPr txBox="1">
            <a:spLocks/>
          </p:cNvSpPr>
          <p:nvPr/>
        </p:nvSpPr>
        <p:spPr>
          <a:xfrm>
            <a:off x="739283" y="1545498"/>
            <a:ext cx="5849695" cy="41993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r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accent4">
                    <a:lumMod val="20000"/>
                    <a:lumOff val="8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2800" b="1" i="0" u="none" strike="noStrike" kern="1200" cap="all" spc="0" normalizeH="0" baseline="0" noProof="0" dirty="0">
                <a:ln>
                  <a:noFill/>
                </a:ln>
                <a:solidFill>
                  <a:srgbClr val="004E7E"/>
                </a:solidFill>
                <a:effectLst/>
                <a:uLnTx/>
                <a:uFillTx/>
                <a:latin typeface="Stylus BT" panose="020E0402020206020304" pitchFamily="34" charset="0"/>
              </a:rPr>
              <a:t>COULEUR TEXTE TITRES : #004E7E</a:t>
            </a:r>
            <a:endParaRPr kumimoji="0" lang="fr-FR" sz="2800" b="0" i="0" u="none" strike="noStrike" kern="1200" cap="all" spc="-100" normalizeH="0" baseline="0" noProof="0" dirty="0">
              <a:ln>
                <a:noFill/>
              </a:ln>
              <a:solidFill>
                <a:srgbClr val="004E7E"/>
              </a:solidFill>
              <a:effectLst/>
              <a:uLnTx/>
              <a:uFillTx/>
              <a:latin typeface="Stylus BT" panose="020E0402020206020304" pitchFamily="34" charset="0"/>
            </a:endParaRPr>
          </a:p>
          <a:p>
            <a:pPr marL="0" marR="0" lvl="0" indent="0" algn="r" defTabSz="914377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2800" b="0" i="0" u="none" strike="noStrike" kern="1200" cap="all" spc="0" normalizeH="0" baseline="0" noProof="0" dirty="0">
              <a:ln>
                <a:noFill/>
              </a:ln>
              <a:solidFill>
                <a:srgbClr val="4C5775"/>
              </a:solidFill>
              <a:effectLst/>
              <a:uLnTx/>
              <a:uFillTx/>
              <a:latin typeface="Stylus BT" panose="020E0402020206020304" pitchFamily="34" charset="0"/>
            </a:endParaRPr>
          </a:p>
        </p:txBody>
      </p:sp>
      <p:sp>
        <p:nvSpPr>
          <p:cNvPr id="16" name="Titre 6">
            <a:extLst>
              <a:ext uri="{FF2B5EF4-FFF2-40B4-BE49-F238E27FC236}">
                <a16:creationId xmlns:a16="http://schemas.microsoft.com/office/drawing/2014/main" id="{D19B6E43-9A3B-4036-9BCB-C56961019AD7}"/>
              </a:ext>
            </a:extLst>
          </p:cNvPr>
          <p:cNvSpPr txBox="1">
            <a:spLocks/>
          </p:cNvSpPr>
          <p:nvPr/>
        </p:nvSpPr>
        <p:spPr>
          <a:xfrm>
            <a:off x="739282" y="2041592"/>
            <a:ext cx="5849695" cy="45508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r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accent4">
                    <a:lumMod val="20000"/>
                    <a:lumOff val="8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2800" i="0" u="none" strike="noStrike" kern="1200" cap="none" spc="0" normalizeH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</a:rPr>
              <a:t>Couleur texte normal </a:t>
            </a:r>
            <a:r>
              <a:rPr kumimoji="0" lang="fr-FR" sz="2800" i="0" u="none" strike="noStrike" kern="1200" cap="all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</a:rPr>
              <a:t>: #475569</a:t>
            </a:r>
            <a:endParaRPr kumimoji="0" lang="fr-FR" sz="2800" i="0" u="none" strike="noStrike" kern="1200" cap="all" spc="-100" normalizeH="0" baseline="0" noProof="0" dirty="0">
              <a:ln>
                <a:noFill/>
              </a:ln>
              <a:solidFill>
                <a:srgbClr val="475569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</a:endParaRPr>
          </a:p>
          <a:p>
            <a:pPr marL="0" marR="0" lvl="0" indent="0" algn="r" defTabSz="914377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2800" i="0" u="none" strike="noStrike" kern="1200" cap="all" spc="0" normalizeH="0" baseline="0" noProof="0" dirty="0">
              <a:ln>
                <a:noFill/>
              </a:ln>
              <a:solidFill>
                <a:srgbClr val="4C5775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17" name="Rectangle : en biseau 16">
            <a:extLst>
              <a:ext uri="{FF2B5EF4-FFF2-40B4-BE49-F238E27FC236}">
                <a16:creationId xmlns:a16="http://schemas.microsoft.com/office/drawing/2014/main" id="{43621373-B03C-418F-BE55-E01476C24CB4}"/>
              </a:ext>
            </a:extLst>
          </p:cNvPr>
          <p:cNvSpPr/>
          <p:nvPr/>
        </p:nvSpPr>
        <p:spPr>
          <a:xfrm>
            <a:off x="6423562" y="3861726"/>
            <a:ext cx="2321169" cy="648000"/>
          </a:xfrm>
          <a:prstGeom prst="bevel">
            <a:avLst>
              <a:gd name="adj" fmla="val 5207"/>
            </a:avLst>
          </a:prstGeom>
          <a:solidFill>
            <a:srgbClr val="FDFAE9"/>
          </a:solidFill>
          <a:ln w="3175">
            <a:solidFill>
              <a:schemeClr val="bg1">
                <a:lumMod val="20000"/>
                <a:lumOff val="80000"/>
              </a:schemeClr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rPr>
              <a:t>Forme</a:t>
            </a:r>
            <a:r>
              <a:rPr lang="en-US" dirty="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rPr>
              <a:t> des boutons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0983BC60-F006-4A07-A673-2451F699FD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2512" y="5395986"/>
            <a:ext cx="1470660" cy="762000"/>
          </a:xfrm>
          <a:prstGeom prst="rect">
            <a:avLst/>
          </a:prstGeom>
        </p:spPr>
      </p:pic>
      <p:sp>
        <p:nvSpPr>
          <p:cNvPr id="18" name="Titre 6">
            <a:extLst>
              <a:ext uri="{FF2B5EF4-FFF2-40B4-BE49-F238E27FC236}">
                <a16:creationId xmlns:a16="http://schemas.microsoft.com/office/drawing/2014/main" id="{C1D17D78-813B-4E87-AB0E-FF87DE0E824F}"/>
              </a:ext>
            </a:extLst>
          </p:cNvPr>
          <p:cNvSpPr txBox="1">
            <a:spLocks/>
          </p:cNvSpPr>
          <p:nvPr/>
        </p:nvSpPr>
        <p:spPr>
          <a:xfrm>
            <a:off x="573867" y="4561971"/>
            <a:ext cx="5849695" cy="41993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r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accent4">
                    <a:lumMod val="20000"/>
                    <a:lumOff val="8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2800" b="1" i="0" u="none" strike="noStrike" kern="1200" cap="all" spc="0" normalizeH="0" baseline="0" noProof="0" dirty="0">
                <a:ln>
                  <a:noFill/>
                </a:ln>
                <a:solidFill>
                  <a:srgbClr val="004E7E"/>
                </a:solidFill>
                <a:effectLst/>
                <a:uLnTx/>
                <a:uFillTx/>
                <a:latin typeface="Stylus BT" panose="020E0402020206020304" pitchFamily="34" charset="0"/>
              </a:rPr>
              <a:t>COULEUR ARRIERE PLAN: #FDFAE9</a:t>
            </a:r>
            <a:endParaRPr kumimoji="0" lang="fr-FR" sz="2800" b="0" i="0" u="none" strike="noStrike" kern="1200" cap="all" spc="-100" normalizeH="0" baseline="0" noProof="0" dirty="0">
              <a:ln>
                <a:noFill/>
              </a:ln>
              <a:solidFill>
                <a:srgbClr val="004E7E"/>
              </a:solidFill>
              <a:effectLst/>
              <a:uLnTx/>
              <a:uFillTx/>
              <a:latin typeface="Stylus BT" panose="020E0402020206020304" pitchFamily="34" charset="0"/>
            </a:endParaRPr>
          </a:p>
          <a:p>
            <a:pPr marL="0" marR="0" lvl="0" indent="0" algn="r" defTabSz="914377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2800" b="0" i="0" u="none" strike="noStrike" kern="1200" cap="all" spc="0" normalizeH="0" baseline="0" noProof="0" dirty="0">
              <a:ln>
                <a:noFill/>
              </a:ln>
              <a:solidFill>
                <a:srgbClr val="4C5775"/>
              </a:solidFill>
              <a:effectLst/>
              <a:uLnTx/>
              <a:uFillTx/>
              <a:latin typeface="Stylus BT" panose="020E04020202060203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90EBE4-7AB0-4AFD-8887-7DF121D99351}"/>
              </a:ext>
            </a:extLst>
          </p:cNvPr>
          <p:cNvSpPr/>
          <p:nvPr/>
        </p:nvSpPr>
        <p:spPr>
          <a:xfrm>
            <a:off x="739282" y="6176961"/>
            <a:ext cx="3980203" cy="419937"/>
          </a:xfrm>
          <a:prstGeom prst="rect">
            <a:avLst/>
          </a:prstGeom>
          <a:solidFill>
            <a:srgbClr val="FBF5D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Couleur header: #FBF5D3</a:t>
            </a:r>
          </a:p>
        </p:txBody>
      </p:sp>
    </p:spTree>
    <p:extLst>
      <p:ext uri="{BB962C8B-B14F-4D97-AF65-F5344CB8AC3E}">
        <p14:creationId xmlns:p14="http://schemas.microsoft.com/office/powerpoint/2010/main" val="41888827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65623EE-2181-4C4C-99DB-32626AC0B82C}"/>
              </a:ext>
            </a:extLst>
          </p:cNvPr>
          <p:cNvSpPr/>
          <p:nvPr/>
        </p:nvSpPr>
        <p:spPr>
          <a:xfrm>
            <a:off x="861646" y="613985"/>
            <a:ext cx="11148647" cy="5999362"/>
          </a:xfrm>
          <a:prstGeom prst="rect">
            <a:avLst/>
          </a:prstGeom>
          <a:solidFill>
            <a:srgbClr val="F6F2E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C12D783-375B-42E2-BF7E-C75B7BF31C58}"/>
              </a:ext>
            </a:extLst>
          </p:cNvPr>
          <p:cNvSpPr txBox="1"/>
          <p:nvPr/>
        </p:nvSpPr>
        <p:spPr>
          <a:xfrm>
            <a:off x="970199" y="2752595"/>
            <a:ext cx="37455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POLICES PAR DÉFAUT SQW</a:t>
            </a:r>
          </a:p>
          <a:p>
            <a:r>
              <a:rPr lang="fr-FR" dirty="0"/>
              <a:t>1 / texte normal : </a:t>
            </a:r>
            <a:r>
              <a:rPr lang="fr-FR" dirty="0" err="1"/>
              <a:t>Gadugi</a:t>
            </a:r>
            <a:endParaRPr lang="fr-FR" dirty="0"/>
          </a:p>
          <a:p>
            <a:r>
              <a:rPr lang="fr-FR" dirty="0"/>
              <a:t>2/ textes spéciaux : </a:t>
            </a:r>
            <a:r>
              <a:rPr lang="fr-FR" dirty="0">
                <a:latin typeface="Stylus BT" panose="020E0402020206020304" pitchFamily="34" charset="0"/>
              </a:rPr>
              <a:t>Stylus BT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FC018C27-C680-4A30-B104-744FA57307AA}"/>
              </a:ext>
            </a:extLst>
          </p:cNvPr>
          <p:cNvGrpSpPr/>
          <p:nvPr/>
        </p:nvGrpSpPr>
        <p:grpSpPr>
          <a:xfrm>
            <a:off x="9571889" y="244653"/>
            <a:ext cx="2321171" cy="6248406"/>
            <a:chOff x="9571889" y="288614"/>
            <a:chExt cx="2321171" cy="6248406"/>
          </a:xfrm>
        </p:grpSpPr>
        <p:sp>
          <p:nvSpPr>
            <p:cNvPr id="12" name="Rectangle : coins arrondis 11">
              <a:extLst>
                <a:ext uri="{FF2B5EF4-FFF2-40B4-BE49-F238E27FC236}">
                  <a16:creationId xmlns:a16="http://schemas.microsoft.com/office/drawing/2014/main" id="{6E95ED61-F15A-40A6-B213-B40598D6764F}"/>
                </a:ext>
              </a:extLst>
            </p:cNvPr>
            <p:cNvSpPr/>
            <p:nvPr/>
          </p:nvSpPr>
          <p:spPr>
            <a:xfrm>
              <a:off x="9571890" y="5889020"/>
              <a:ext cx="2321169" cy="648000"/>
            </a:xfrm>
            <a:prstGeom prst="roundRect">
              <a:avLst/>
            </a:prstGeom>
            <a:solidFill>
              <a:srgbClr val="D3BFA3"/>
            </a:solidFill>
            <a:ln>
              <a:solidFill>
                <a:srgbClr val="D3BFA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Gadugi" panose="020B0502040204020203" pitchFamily="34" charset="0"/>
                  <a:ea typeface="Gadugi" panose="020B0502040204020203" pitchFamily="34" charset="0"/>
                </a:rPr>
                <a:t>#D3BFA3</a:t>
              </a:r>
            </a:p>
          </p:txBody>
        </p:sp>
        <p:sp>
          <p:nvSpPr>
            <p:cNvPr id="13" name="Rectangle : coins arrondis 12">
              <a:extLst>
                <a:ext uri="{FF2B5EF4-FFF2-40B4-BE49-F238E27FC236}">
                  <a16:creationId xmlns:a16="http://schemas.microsoft.com/office/drawing/2014/main" id="{075ADC84-5B31-4227-BD31-E117EE88E3A4}"/>
                </a:ext>
              </a:extLst>
            </p:cNvPr>
            <p:cNvSpPr/>
            <p:nvPr/>
          </p:nvSpPr>
          <p:spPr>
            <a:xfrm>
              <a:off x="9571891" y="1791513"/>
              <a:ext cx="2321169" cy="648000"/>
            </a:xfrm>
            <a:prstGeom prst="roundRect">
              <a:avLst/>
            </a:prstGeom>
            <a:solidFill>
              <a:srgbClr val="1C1C1C"/>
            </a:solidFill>
            <a:ln>
              <a:solidFill>
                <a:srgbClr val="1C1C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Gadugi" panose="020B0502040204020203" pitchFamily="34" charset="0"/>
                  <a:ea typeface="Gadugi" panose="020B0502040204020203" pitchFamily="34" charset="0"/>
                </a:rPr>
                <a:t>#1C1C1C</a:t>
              </a:r>
            </a:p>
          </p:txBody>
        </p:sp>
        <p:sp>
          <p:nvSpPr>
            <p:cNvPr id="14" name="Rectangle : coins arrondis 13">
              <a:extLst>
                <a:ext uri="{FF2B5EF4-FFF2-40B4-BE49-F238E27FC236}">
                  <a16:creationId xmlns:a16="http://schemas.microsoft.com/office/drawing/2014/main" id="{78A1491F-59FB-4897-AB28-8ECCDC84035D}"/>
                </a:ext>
              </a:extLst>
            </p:cNvPr>
            <p:cNvSpPr/>
            <p:nvPr/>
          </p:nvSpPr>
          <p:spPr>
            <a:xfrm>
              <a:off x="9571891" y="2610221"/>
              <a:ext cx="2321169" cy="648000"/>
            </a:xfrm>
            <a:prstGeom prst="roundRect">
              <a:avLst/>
            </a:prstGeom>
            <a:solidFill>
              <a:srgbClr val="2F5D50"/>
            </a:solidFill>
            <a:ln>
              <a:solidFill>
                <a:srgbClr val="2F5D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Gadugi" panose="020B0502040204020203" pitchFamily="34" charset="0"/>
                  <a:ea typeface="Gadugi" panose="020B0502040204020203" pitchFamily="34" charset="0"/>
                </a:rPr>
                <a:t>#2F5D50</a:t>
              </a:r>
            </a:p>
          </p:txBody>
        </p:sp>
        <p:sp>
          <p:nvSpPr>
            <p:cNvPr id="15" name="Rectangle : coins arrondis 14">
              <a:extLst>
                <a:ext uri="{FF2B5EF4-FFF2-40B4-BE49-F238E27FC236}">
                  <a16:creationId xmlns:a16="http://schemas.microsoft.com/office/drawing/2014/main" id="{6E86415E-3EF4-4427-9524-EC716872DEC0}"/>
                </a:ext>
              </a:extLst>
            </p:cNvPr>
            <p:cNvSpPr/>
            <p:nvPr/>
          </p:nvSpPr>
          <p:spPr>
            <a:xfrm>
              <a:off x="9571891" y="3428930"/>
              <a:ext cx="2321169" cy="648000"/>
            </a:xfrm>
            <a:prstGeom prst="roundRect">
              <a:avLst/>
            </a:prstGeom>
            <a:solidFill>
              <a:srgbClr val="B8D87B"/>
            </a:solidFill>
            <a:ln>
              <a:solidFill>
                <a:srgbClr val="B8D87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Gadugi" panose="020B0502040204020203" pitchFamily="34" charset="0"/>
                  <a:ea typeface="Gadugi" panose="020B0502040204020203" pitchFamily="34" charset="0"/>
                </a:rPr>
                <a:t>#B8D87B</a:t>
              </a:r>
            </a:p>
          </p:txBody>
        </p:sp>
        <p:sp>
          <p:nvSpPr>
            <p:cNvPr id="20" name="Rectangle : coins arrondis 19">
              <a:extLst>
                <a:ext uri="{FF2B5EF4-FFF2-40B4-BE49-F238E27FC236}">
                  <a16:creationId xmlns:a16="http://schemas.microsoft.com/office/drawing/2014/main" id="{9918032D-0943-4C5A-BB9B-F02ED617B372}"/>
                </a:ext>
              </a:extLst>
            </p:cNvPr>
            <p:cNvSpPr/>
            <p:nvPr/>
          </p:nvSpPr>
          <p:spPr>
            <a:xfrm>
              <a:off x="9571891" y="4201481"/>
              <a:ext cx="2321169" cy="648000"/>
            </a:xfrm>
            <a:prstGeom prst="roundRect">
              <a:avLst/>
            </a:prstGeom>
            <a:solidFill>
              <a:srgbClr val="A9D6E5"/>
            </a:solidFill>
            <a:ln>
              <a:solidFill>
                <a:srgbClr val="A9D6E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Gadugi" panose="020B0502040204020203" pitchFamily="34" charset="0"/>
                  <a:ea typeface="Gadugi" panose="020B0502040204020203" pitchFamily="34" charset="0"/>
                </a:rPr>
                <a:t>#A9D6E5</a:t>
              </a:r>
            </a:p>
          </p:txBody>
        </p:sp>
        <p:sp>
          <p:nvSpPr>
            <p:cNvPr id="21" name="Rectangle : coins arrondis 20">
              <a:extLst>
                <a:ext uri="{FF2B5EF4-FFF2-40B4-BE49-F238E27FC236}">
                  <a16:creationId xmlns:a16="http://schemas.microsoft.com/office/drawing/2014/main" id="{04B7C8CF-93E9-451F-A3DD-72196F37B318}"/>
                </a:ext>
              </a:extLst>
            </p:cNvPr>
            <p:cNvSpPr/>
            <p:nvPr/>
          </p:nvSpPr>
          <p:spPr>
            <a:xfrm>
              <a:off x="9571891" y="5020190"/>
              <a:ext cx="2321169" cy="648000"/>
            </a:xfrm>
            <a:prstGeom prst="roundRect">
              <a:avLst/>
            </a:prstGeom>
            <a:solidFill>
              <a:srgbClr val="F96C5B"/>
            </a:solidFill>
            <a:ln>
              <a:solidFill>
                <a:srgbClr val="F96C5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Gadugi" panose="020B0502040204020203" pitchFamily="34" charset="0"/>
                  <a:ea typeface="Gadugi" panose="020B0502040204020203" pitchFamily="34" charset="0"/>
                </a:rPr>
                <a:t>#F96C5B</a:t>
              </a:r>
            </a:p>
          </p:txBody>
        </p:sp>
        <p:sp>
          <p:nvSpPr>
            <p:cNvPr id="2" name="Rectangle : coins arrondis 1">
              <a:extLst>
                <a:ext uri="{FF2B5EF4-FFF2-40B4-BE49-F238E27FC236}">
                  <a16:creationId xmlns:a16="http://schemas.microsoft.com/office/drawing/2014/main" id="{7DF94046-32F2-435F-82D7-B9F72F0B4AC9}"/>
                </a:ext>
              </a:extLst>
            </p:cNvPr>
            <p:cNvSpPr/>
            <p:nvPr/>
          </p:nvSpPr>
          <p:spPr>
            <a:xfrm>
              <a:off x="9571889" y="922682"/>
              <a:ext cx="2321169" cy="648000"/>
            </a:xfrm>
            <a:prstGeom prst="roundRect">
              <a:avLst/>
            </a:prstGeom>
            <a:solidFill>
              <a:srgbClr val="FE7116"/>
            </a:solidFill>
            <a:ln>
              <a:solidFill>
                <a:srgbClr val="FE711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Gadugi" panose="020B0502040204020203" pitchFamily="34" charset="0"/>
                  <a:ea typeface="Gadugi" panose="020B0502040204020203" pitchFamily="34" charset="0"/>
                </a:rPr>
                <a:t>#FE7116</a:t>
              </a:r>
            </a:p>
          </p:txBody>
        </p: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158D2FED-7A6F-4BF6-BAAC-E3D6FE1080B2}"/>
                </a:ext>
              </a:extLst>
            </p:cNvPr>
            <p:cNvSpPr txBox="1"/>
            <p:nvPr/>
          </p:nvSpPr>
          <p:spPr>
            <a:xfrm>
              <a:off x="9627571" y="288614"/>
              <a:ext cx="220980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/>
                <a:t>Jeu de couleurs SQW</a:t>
              </a:r>
              <a:endParaRPr lang="fr-FR" dirty="0">
                <a:latin typeface="Stylus BT" panose="020E0402020206020304" pitchFamily="34" charset="0"/>
              </a:endParaRPr>
            </a:p>
          </p:txBody>
        </p:sp>
      </p:grpSp>
      <p:sp>
        <p:nvSpPr>
          <p:cNvPr id="19" name="Titre 6">
            <a:extLst>
              <a:ext uri="{FF2B5EF4-FFF2-40B4-BE49-F238E27FC236}">
                <a16:creationId xmlns:a16="http://schemas.microsoft.com/office/drawing/2014/main" id="{D81E796E-2B5E-4AEC-A828-3A59AA59383C}"/>
              </a:ext>
            </a:extLst>
          </p:cNvPr>
          <p:cNvSpPr txBox="1">
            <a:spLocks/>
          </p:cNvSpPr>
          <p:nvPr/>
        </p:nvSpPr>
        <p:spPr>
          <a:xfrm>
            <a:off x="970199" y="791694"/>
            <a:ext cx="6057904" cy="99218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r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accent4">
                    <a:lumMod val="20000"/>
                    <a:lumOff val="8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all" spc="0" normalizeH="0" baseline="0" noProof="0" dirty="0">
                <a:ln>
                  <a:noFill/>
                </a:ln>
                <a:solidFill>
                  <a:srgbClr val="004E7E"/>
                </a:solidFill>
                <a:effectLst/>
                <a:uLnTx/>
                <a:uFillTx/>
                <a:latin typeface="Stylus BT" panose="020E0402020206020304" pitchFamily="34" charset="0"/>
              </a:rPr>
              <a:t>CHARTE SQWEEZY (SQW)</a:t>
            </a:r>
            <a:endParaRPr kumimoji="0" lang="fr-FR" b="0" i="0" u="none" strike="noStrike" kern="1200" cap="all" spc="-100" normalizeH="0" baseline="0" noProof="0" dirty="0">
              <a:ln>
                <a:noFill/>
              </a:ln>
              <a:solidFill>
                <a:srgbClr val="004E7E"/>
              </a:solidFill>
              <a:effectLst/>
              <a:uLnTx/>
              <a:uFillTx/>
              <a:latin typeface="Stylus BT" panose="020E0402020206020304" pitchFamily="34" charset="0"/>
            </a:endParaRPr>
          </a:p>
          <a:p>
            <a:pPr marL="0" marR="0" lvl="0" indent="0" algn="r" defTabSz="914377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b="0" i="0" u="none" strike="noStrike" kern="1200" cap="all" spc="0" normalizeH="0" baseline="0" noProof="0" dirty="0">
              <a:ln>
                <a:noFill/>
              </a:ln>
              <a:solidFill>
                <a:srgbClr val="4C5775"/>
              </a:solidFill>
              <a:effectLst/>
              <a:uLnTx/>
              <a:uFillTx/>
              <a:latin typeface="Stylus BT" panose="020E0402020206020304" pitchFamily="34" charset="0"/>
            </a:endParaRPr>
          </a:p>
        </p:txBody>
      </p:sp>
      <p:sp>
        <p:nvSpPr>
          <p:cNvPr id="22" name="Titre 6">
            <a:extLst>
              <a:ext uri="{FF2B5EF4-FFF2-40B4-BE49-F238E27FC236}">
                <a16:creationId xmlns:a16="http://schemas.microsoft.com/office/drawing/2014/main" id="{AB7C625B-FDC0-4158-8983-D8BFDA1DA6D5}"/>
              </a:ext>
            </a:extLst>
          </p:cNvPr>
          <p:cNvSpPr txBox="1">
            <a:spLocks/>
          </p:cNvSpPr>
          <p:nvPr/>
        </p:nvSpPr>
        <p:spPr>
          <a:xfrm>
            <a:off x="970200" y="1631544"/>
            <a:ext cx="5849695" cy="41993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r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accent4">
                    <a:lumMod val="20000"/>
                    <a:lumOff val="8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2800" b="1" i="0" u="none" strike="noStrike" kern="1200" cap="all" spc="0" normalizeH="0" baseline="0" noProof="0" dirty="0">
                <a:ln>
                  <a:noFill/>
                </a:ln>
                <a:solidFill>
                  <a:srgbClr val="004E7E"/>
                </a:solidFill>
                <a:effectLst/>
                <a:uLnTx/>
                <a:uFillTx/>
                <a:latin typeface="Stylus BT" panose="020E0402020206020304" pitchFamily="34" charset="0"/>
              </a:rPr>
              <a:t>COULEUR TEXTE TITRES : #004E7E</a:t>
            </a:r>
            <a:endParaRPr kumimoji="0" lang="fr-FR" sz="2800" b="0" i="0" u="none" strike="noStrike" kern="1200" cap="all" spc="-100" normalizeH="0" baseline="0" noProof="0" dirty="0">
              <a:ln>
                <a:noFill/>
              </a:ln>
              <a:solidFill>
                <a:srgbClr val="004E7E"/>
              </a:solidFill>
              <a:effectLst/>
              <a:uLnTx/>
              <a:uFillTx/>
              <a:latin typeface="Stylus BT" panose="020E0402020206020304" pitchFamily="34" charset="0"/>
            </a:endParaRPr>
          </a:p>
          <a:p>
            <a:pPr marL="0" marR="0" lvl="0" indent="0" algn="r" defTabSz="914377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2800" b="0" i="0" u="none" strike="noStrike" kern="1200" cap="all" spc="0" normalizeH="0" baseline="0" noProof="0" dirty="0">
              <a:ln>
                <a:noFill/>
              </a:ln>
              <a:solidFill>
                <a:srgbClr val="4C5775"/>
              </a:solidFill>
              <a:effectLst/>
              <a:uLnTx/>
              <a:uFillTx/>
              <a:latin typeface="Stylus BT" panose="020E0402020206020304" pitchFamily="34" charset="0"/>
            </a:endParaRPr>
          </a:p>
        </p:txBody>
      </p:sp>
      <p:sp>
        <p:nvSpPr>
          <p:cNvPr id="23" name="Titre 6">
            <a:extLst>
              <a:ext uri="{FF2B5EF4-FFF2-40B4-BE49-F238E27FC236}">
                <a16:creationId xmlns:a16="http://schemas.microsoft.com/office/drawing/2014/main" id="{BD782ED8-07B8-486A-B231-C1D259F43784}"/>
              </a:ext>
            </a:extLst>
          </p:cNvPr>
          <p:cNvSpPr txBox="1">
            <a:spLocks/>
          </p:cNvSpPr>
          <p:nvPr/>
        </p:nvSpPr>
        <p:spPr>
          <a:xfrm>
            <a:off x="970199" y="2127638"/>
            <a:ext cx="5849695" cy="45508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r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accent4">
                    <a:lumMod val="20000"/>
                    <a:lumOff val="8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2800" i="0" u="none" strike="noStrike" kern="1200" cap="none" spc="0" normalizeH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</a:rPr>
              <a:t>Couleur texte normal </a:t>
            </a:r>
            <a:r>
              <a:rPr kumimoji="0" lang="fr-FR" sz="2800" i="0" u="none" strike="noStrike" kern="1200" cap="all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</a:rPr>
              <a:t>: #475569</a:t>
            </a:r>
            <a:endParaRPr kumimoji="0" lang="fr-FR" sz="2800" i="0" u="none" strike="noStrike" kern="1200" cap="all" spc="-100" normalizeH="0" baseline="0" noProof="0" dirty="0">
              <a:ln>
                <a:noFill/>
              </a:ln>
              <a:solidFill>
                <a:srgbClr val="475569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</a:endParaRPr>
          </a:p>
          <a:p>
            <a:pPr marL="0" marR="0" lvl="0" indent="0" algn="r" defTabSz="914377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2800" i="0" u="none" strike="noStrike" kern="1200" cap="all" spc="0" normalizeH="0" baseline="0" noProof="0" dirty="0">
              <a:ln>
                <a:noFill/>
              </a:ln>
              <a:solidFill>
                <a:srgbClr val="4C5775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28" name="Rectangle : coins arrondis 27">
            <a:extLst>
              <a:ext uri="{FF2B5EF4-FFF2-40B4-BE49-F238E27FC236}">
                <a16:creationId xmlns:a16="http://schemas.microsoft.com/office/drawing/2014/main" id="{7B982989-C62C-49C9-A29F-B8898675F50B}"/>
              </a:ext>
            </a:extLst>
          </p:cNvPr>
          <p:cNvSpPr/>
          <p:nvPr/>
        </p:nvSpPr>
        <p:spPr>
          <a:xfrm>
            <a:off x="6167077" y="4155016"/>
            <a:ext cx="2321169" cy="648000"/>
          </a:xfrm>
          <a:prstGeom prst="roundRect">
            <a:avLst/>
          </a:prstGeom>
          <a:solidFill>
            <a:srgbClr val="B8D87B"/>
          </a:solidFill>
          <a:ln>
            <a:solidFill>
              <a:srgbClr val="B8D87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rPr>
              <a:t>Forme</a:t>
            </a:r>
            <a:r>
              <a:rPr lang="en-US" dirty="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rPr>
              <a:t> des boutons</a:t>
            </a:r>
          </a:p>
        </p:txBody>
      </p:sp>
      <p:sp>
        <p:nvSpPr>
          <p:cNvPr id="17" name="Titre 6">
            <a:extLst>
              <a:ext uri="{FF2B5EF4-FFF2-40B4-BE49-F238E27FC236}">
                <a16:creationId xmlns:a16="http://schemas.microsoft.com/office/drawing/2014/main" id="{A4A65EC2-6ED6-4AA7-ACC9-4762476DFDCC}"/>
              </a:ext>
            </a:extLst>
          </p:cNvPr>
          <p:cNvSpPr txBox="1">
            <a:spLocks/>
          </p:cNvSpPr>
          <p:nvPr/>
        </p:nvSpPr>
        <p:spPr>
          <a:xfrm>
            <a:off x="970198" y="5288244"/>
            <a:ext cx="5849695" cy="41993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r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accent4">
                    <a:lumMod val="20000"/>
                    <a:lumOff val="8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2800" b="1" i="0" u="none" strike="noStrike" kern="1200" cap="all" spc="0" normalizeH="0" baseline="0" noProof="0" dirty="0">
                <a:ln>
                  <a:noFill/>
                </a:ln>
                <a:solidFill>
                  <a:srgbClr val="004E7E"/>
                </a:solidFill>
                <a:effectLst/>
                <a:uLnTx/>
                <a:uFillTx/>
                <a:latin typeface="Stylus BT" panose="020E0402020206020304" pitchFamily="34" charset="0"/>
              </a:rPr>
              <a:t>COULEUR ARRIERE PLAN: #F6F2ED</a:t>
            </a:r>
            <a:endParaRPr kumimoji="0" lang="fr-FR" sz="2800" b="0" i="0" u="none" strike="noStrike" kern="1200" cap="all" spc="-100" normalizeH="0" baseline="0" noProof="0" dirty="0">
              <a:ln>
                <a:noFill/>
              </a:ln>
              <a:solidFill>
                <a:srgbClr val="004E7E"/>
              </a:solidFill>
              <a:effectLst/>
              <a:uLnTx/>
              <a:uFillTx/>
              <a:latin typeface="Stylus BT" panose="020E0402020206020304" pitchFamily="34" charset="0"/>
            </a:endParaRPr>
          </a:p>
          <a:p>
            <a:pPr marL="0" marR="0" lvl="0" indent="0" algn="r" defTabSz="914377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2800" b="0" i="0" u="none" strike="noStrike" kern="1200" cap="all" spc="0" normalizeH="0" baseline="0" noProof="0" dirty="0">
              <a:ln>
                <a:noFill/>
              </a:ln>
              <a:solidFill>
                <a:srgbClr val="4C5775"/>
              </a:solidFill>
              <a:effectLst/>
              <a:uLnTx/>
              <a:uFillTx/>
              <a:latin typeface="Stylus BT" panose="020E04020202060203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D870DC3-1A0F-4253-92BF-466A9D62F7AD}"/>
              </a:ext>
            </a:extLst>
          </p:cNvPr>
          <p:cNvSpPr/>
          <p:nvPr/>
        </p:nvSpPr>
        <p:spPr>
          <a:xfrm>
            <a:off x="1122740" y="6155320"/>
            <a:ext cx="3980203" cy="419937"/>
          </a:xfrm>
          <a:prstGeom prst="rect">
            <a:avLst/>
          </a:prstGeom>
          <a:solidFill>
            <a:srgbClr val="EDE5DA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Couleur header: #EDE5DA</a:t>
            </a:r>
          </a:p>
        </p:txBody>
      </p:sp>
    </p:spTree>
    <p:extLst>
      <p:ext uri="{BB962C8B-B14F-4D97-AF65-F5344CB8AC3E}">
        <p14:creationId xmlns:p14="http://schemas.microsoft.com/office/powerpoint/2010/main" val="3755971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 : coins arrondis 33">
            <a:extLst>
              <a:ext uri="{FF2B5EF4-FFF2-40B4-BE49-F238E27FC236}">
                <a16:creationId xmlns:a16="http://schemas.microsoft.com/office/drawing/2014/main" id="{198D8412-D7FE-4CB4-A89D-BDD16911E5D9}"/>
              </a:ext>
            </a:extLst>
          </p:cNvPr>
          <p:cNvSpPr/>
          <p:nvPr/>
        </p:nvSpPr>
        <p:spPr>
          <a:xfrm>
            <a:off x="9571890" y="5845059"/>
            <a:ext cx="2321169" cy="648000"/>
          </a:xfrm>
          <a:prstGeom prst="roundRect">
            <a:avLst/>
          </a:prstGeom>
          <a:solidFill>
            <a:srgbClr val="D3BFA3"/>
          </a:solidFill>
          <a:ln w="19050" cap="flat" cmpd="sng" algn="ctr">
            <a:solidFill>
              <a:srgbClr val="D3BFA3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+mj-lt"/>
                <a:ea typeface="Gadugi" panose="020B0502040204020203" pitchFamily="34" charset="0"/>
                <a:cs typeface="+mn-cs"/>
              </a:rPr>
              <a:t>#D3BFA3</a:t>
            </a:r>
          </a:p>
        </p:txBody>
      </p: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D81B4AE1-7C0E-4A7D-A868-5A088FE51896}"/>
              </a:ext>
            </a:extLst>
          </p:cNvPr>
          <p:cNvSpPr/>
          <p:nvPr/>
        </p:nvSpPr>
        <p:spPr>
          <a:xfrm>
            <a:off x="9571891" y="1747552"/>
            <a:ext cx="2321169" cy="648000"/>
          </a:xfrm>
          <a:prstGeom prst="roundRect">
            <a:avLst/>
          </a:prstGeom>
          <a:solidFill>
            <a:srgbClr val="1C1C1C"/>
          </a:solidFill>
          <a:ln w="19050" cap="flat" cmpd="sng" algn="ctr">
            <a:solidFill>
              <a:srgbClr val="1C1C1C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Gadugi" panose="020B0502040204020203" pitchFamily="34" charset="0"/>
                <a:cs typeface="+mn-cs"/>
              </a:rPr>
              <a:t>#1C1C1C</a:t>
            </a:r>
          </a:p>
        </p:txBody>
      </p:sp>
      <p:sp>
        <p:nvSpPr>
          <p:cNvPr id="36" name="Rectangle : coins arrondis 35">
            <a:extLst>
              <a:ext uri="{FF2B5EF4-FFF2-40B4-BE49-F238E27FC236}">
                <a16:creationId xmlns:a16="http://schemas.microsoft.com/office/drawing/2014/main" id="{D4AB1520-4356-4B09-9FA6-3106277DD3CD}"/>
              </a:ext>
            </a:extLst>
          </p:cNvPr>
          <p:cNvSpPr/>
          <p:nvPr/>
        </p:nvSpPr>
        <p:spPr>
          <a:xfrm>
            <a:off x="9571891" y="2566260"/>
            <a:ext cx="2321169" cy="648000"/>
          </a:xfrm>
          <a:prstGeom prst="roundRect">
            <a:avLst/>
          </a:prstGeom>
          <a:solidFill>
            <a:srgbClr val="2F5D50"/>
          </a:solidFill>
          <a:ln w="19050" cap="flat" cmpd="sng" algn="ctr">
            <a:solidFill>
              <a:srgbClr val="2F5D5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Gadugi" panose="020B0502040204020203" pitchFamily="34" charset="0"/>
                <a:cs typeface="+mn-cs"/>
              </a:rPr>
              <a:t>#2F5D50</a:t>
            </a:r>
          </a:p>
        </p:txBody>
      </p:sp>
      <p:sp>
        <p:nvSpPr>
          <p:cNvPr id="37" name="Rectangle : coins arrondis 36">
            <a:extLst>
              <a:ext uri="{FF2B5EF4-FFF2-40B4-BE49-F238E27FC236}">
                <a16:creationId xmlns:a16="http://schemas.microsoft.com/office/drawing/2014/main" id="{31B9FE5B-57D6-43D7-98F9-1C277059BB9E}"/>
              </a:ext>
            </a:extLst>
          </p:cNvPr>
          <p:cNvSpPr/>
          <p:nvPr/>
        </p:nvSpPr>
        <p:spPr>
          <a:xfrm>
            <a:off x="9571891" y="3384969"/>
            <a:ext cx="2321169" cy="648000"/>
          </a:xfrm>
          <a:prstGeom prst="roundRect">
            <a:avLst/>
          </a:prstGeom>
          <a:solidFill>
            <a:srgbClr val="B8D87B"/>
          </a:solidFill>
          <a:ln w="19050" cap="flat" cmpd="sng" algn="ctr">
            <a:solidFill>
              <a:srgbClr val="B8D87B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Gadugi" panose="020B0502040204020203" pitchFamily="34" charset="0"/>
                <a:cs typeface="+mn-cs"/>
              </a:rPr>
              <a:t>#B8D87B</a:t>
            </a:r>
          </a:p>
        </p:txBody>
      </p:sp>
      <p:sp>
        <p:nvSpPr>
          <p:cNvPr id="38" name="Rectangle : coins arrondis 37">
            <a:extLst>
              <a:ext uri="{FF2B5EF4-FFF2-40B4-BE49-F238E27FC236}">
                <a16:creationId xmlns:a16="http://schemas.microsoft.com/office/drawing/2014/main" id="{29236D30-3AC0-4641-9E6B-7B7BD9E262A8}"/>
              </a:ext>
            </a:extLst>
          </p:cNvPr>
          <p:cNvSpPr/>
          <p:nvPr/>
        </p:nvSpPr>
        <p:spPr>
          <a:xfrm>
            <a:off x="9571891" y="4157520"/>
            <a:ext cx="2321169" cy="648000"/>
          </a:xfrm>
          <a:prstGeom prst="roundRect">
            <a:avLst/>
          </a:prstGeom>
          <a:solidFill>
            <a:srgbClr val="A9D6E5"/>
          </a:solidFill>
          <a:ln w="19050" cap="flat" cmpd="sng" algn="ctr">
            <a:solidFill>
              <a:srgbClr val="A9D6E5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+mj-lt"/>
                <a:ea typeface="Gadugi" panose="020B0502040204020203" pitchFamily="34" charset="0"/>
                <a:cs typeface="+mn-cs"/>
              </a:rPr>
              <a:t>#A9D6E5</a:t>
            </a:r>
          </a:p>
        </p:txBody>
      </p:sp>
      <p:sp>
        <p:nvSpPr>
          <p:cNvPr id="39" name="Rectangle : coins arrondis 38">
            <a:extLst>
              <a:ext uri="{FF2B5EF4-FFF2-40B4-BE49-F238E27FC236}">
                <a16:creationId xmlns:a16="http://schemas.microsoft.com/office/drawing/2014/main" id="{354A27FC-933C-42F0-A342-9E98EEB77747}"/>
              </a:ext>
            </a:extLst>
          </p:cNvPr>
          <p:cNvSpPr/>
          <p:nvPr/>
        </p:nvSpPr>
        <p:spPr>
          <a:xfrm>
            <a:off x="9571891" y="4976229"/>
            <a:ext cx="2321169" cy="648000"/>
          </a:xfrm>
          <a:prstGeom prst="roundRect">
            <a:avLst/>
          </a:prstGeom>
          <a:solidFill>
            <a:srgbClr val="F96C5B"/>
          </a:solidFill>
          <a:ln w="19050" cap="flat" cmpd="sng" algn="ctr">
            <a:solidFill>
              <a:srgbClr val="F96C5B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Gadugi" panose="020B0502040204020203" pitchFamily="34" charset="0"/>
                <a:cs typeface="+mn-cs"/>
              </a:rPr>
              <a:t>#F96C5B</a:t>
            </a:r>
          </a:p>
        </p:txBody>
      </p:sp>
      <p:sp>
        <p:nvSpPr>
          <p:cNvPr id="40" name="Rectangle : coins arrondis 39">
            <a:extLst>
              <a:ext uri="{FF2B5EF4-FFF2-40B4-BE49-F238E27FC236}">
                <a16:creationId xmlns:a16="http://schemas.microsoft.com/office/drawing/2014/main" id="{5636E521-70A9-447E-AF7A-9AC03A79E678}"/>
              </a:ext>
            </a:extLst>
          </p:cNvPr>
          <p:cNvSpPr/>
          <p:nvPr/>
        </p:nvSpPr>
        <p:spPr>
          <a:xfrm>
            <a:off x="9571889" y="878721"/>
            <a:ext cx="2321169" cy="648000"/>
          </a:xfrm>
          <a:prstGeom prst="roundRect">
            <a:avLst/>
          </a:prstGeom>
          <a:solidFill>
            <a:srgbClr val="FE7116"/>
          </a:solidFill>
          <a:ln w="19050" cap="flat" cmpd="sng" algn="ctr">
            <a:solidFill>
              <a:srgbClr val="FE7116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Gadugi" panose="020B0502040204020203" pitchFamily="34" charset="0"/>
                <a:cs typeface="+mn-cs"/>
              </a:rPr>
              <a:t>#FE7116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61BD5BBB-05DA-4EE3-922E-13699E12FF12}"/>
              </a:ext>
            </a:extLst>
          </p:cNvPr>
          <p:cNvSpPr txBox="1"/>
          <p:nvPr/>
        </p:nvSpPr>
        <p:spPr>
          <a:xfrm>
            <a:off x="9627571" y="244653"/>
            <a:ext cx="22098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0" i="0" u="none" strike="noStrike" kern="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+mj-lt"/>
              </a:rPr>
              <a:t>Jeu de couleurs SQW</a:t>
            </a:r>
          </a:p>
        </p:txBody>
      </p:sp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A1812ABD-39F4-49B5-BE61-91BCFE8A9C41}"/>
              </a:ext>
            </a:extLst>
          </p:cNvPr>
          <p:cNvSpPr/>
          <p:nvPr/>
        </p:nvSpPr>
        <p:spPr>
          <a:xfrm>
            <a:off x="6272510" y="3384969"/>
            <a:ext cx="2321169" cy="648000"/>
          </a:xfrm>
          <a:prstGeom prst="roundRect">
            <a:avLst/>
          </a:prstGeom>
          <a:solidFill>
            <a:srgbClr val="B8D87B"/>
          </a:solidFill>
          <a:ln w="19050" cap="flat" cmpd="sng" algn="ctr">
            <a:solidFill>
              <a:srgbClr val="B8D87B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+mj-lt"/>
                <a:ea typeface="Gadugi" panose="020B0502040204020203" pitchFamily="34" charset="0"/>
                <a:cs typeface="+mn-cs"/>
              </a:rPr>
              <a:t>PROFESSIONAL SOLUTIONS</a:t>
            </a:r>
          </a:p>
        </p:txBody>
      </p:sp>
      <p:sp>
        <p:nvSpPr>
          <p:cNvPr id="44" name="Rectangle : coins arrondis 43">
            <a:extLst>
              <a:ext uri="{FF2B5EF4-FFF2-40B4-BE49-F238E27FC236}">
                <a16:creationId xmlns:a16="http://schemas.microsoft.com/office/drawing/2014/main" id="{F1D64D3C-B58E-4851-8F37-36DF881D0F64}"/>
              </a:ext>
            </a:extLst>
          </p:cNvPr>
          <p:cNvSpPr/>
          <p:nvPr/>
        </p:nvSpPr>
        <p:spPr>
          <a:xfrm>
            <a:off x="6272510" y="890984"/>
            <a:ext cx="2321169" cy="648000"/>
          </a:xfrm>
          <a:prstGeom prst="roundRect">
            <a:avLst/>
          </a:prstGeom>
          <a:solidFill>
            <a:srgbClr val="FE7116"/>
          </a:solidFill>
          <a:ln w="19050" cap="flat" cmpd="sng" algn="ctr">
            <a:solidFill>
              <a:srgbClr val="FE7116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Gadugi" panose="020B0502040204020203" pitchFamily="34" charset="0"/>
                <a:cs typeface="+mn-cs"/>
              </a:rPr>
              <a:t>MY SQWEEZY</a:t>
            </a:r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3BE6665C-8D3C-4583-BCBE-6A005A7C69C8}"/>
              </a:ext>
            </a:extLst>
          </p:cNvPr>
          <p:cNvSpPr/>
          <p:nvPr/>
        </p:nvSpPr>
        <p:spPr>
          <a:xfrm>
            <a:off x="6272510" y="5878954"/>
            <a:ext cx="2321169" cy="648000"/>
          </a:xfrm>
          <a:prstGeom prst="roundRect">
            <a:avLst/>
          </a:prstGeom>
          <a:solidFill>
            <a:srgbClr val="D3BFA3"/>
          </a:solidFill>
          <a:ln w="19050" cap="flat" cmpd="sng" algn="ctr">
            <a:solidFill>
              <a:srgbClr val="D3BFA3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+mj-lt"/>
                <a:ea typeface="Gadugi" panose="020B0502040204020203" pitchFamily="34" charset="0"/>
                <a:cs typeface="+mn-cs"/>
              </a:rPr>
              <a:t>INVESTORS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+mj-lt"/>
                <a:ea typeface="Gadugi" panose="020B0502040204020203" pitchFamily="34" charset="0"/>
                <a:cs typeface="+mn-cs"/>
              </a:rPr>
              <a:t>OPPORTUNITY</a:t>
            </a:r>
          </a:p>
        </p:txBody>
      </p:sp>
      <p:sp>
        <p:nvSpPr>
          <p:cNvPr id="46" name="Rectangle : coins arrondis 45">
            <a:extLst>
              <a:ext uri="{FF2B5EF4-FFF2-40B4-BE49-F238E27FC236}">
                <a16:creationId xmlns:a16="http://schemas.microsoft.com/office/drawing/2014/main" id="{80E2AA6F-21E1-4C59-9BF2-C4A1206802B3}"/>
              </a:ext>
            </a:extLst>
          </p:cNvPr>
          <p:cNvSpPr/>
          <p:nvPr/>
        </p:nvSpPr>
        <p:spPr>
          <a:xfrm>
            <a:off x="6272509" y="4157520"/>
            <a:ext cx="2321169" cy="648000"/>
          </a:xfrm>
          <a:prstGeom prst="roundRect">
            <a:avLst/>
          </a:prstGeom>
          <a:solidFill>
            <a:srgbClr val="A9D6E5"/>
          </a:solidFill>
          <a:ln w="19050" cap="flat" cmpd="sng" algn="ctr">
            <a:solidFill>
              <a:srgbClr val="A9D6E5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+mj-lt"/>
                <a:ea typeface="Gadugi" panose="020B0502040204020203" pitchFamily="34" charset="0"/>
                <a:cs typeface="+mn-cs"/>
              </a:rPr>
              <a:t>PRE-ORDER</a:t>
            </a:r>
          </a:p>
        </p:txBody>
      </p:sp>
    </p:spTree>
    <p:extLst>
      <p:ext uri="{BB962C8B-B14F-4D97-AF65-F5344CB8AC3E}">
        <p14:creationId xmlns:p14="http://schemas.microsoft.com/office/powerpoint/2010/main" val="6260633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25885694-E215-4FC9-8EC6-C0AE5F28F85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5522" y="627701"/>
            <a:ext cx="1681006" cy="1440862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62E041E7-B52C-45D7-8B34-47FA4E3055E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469" y="627701"/>
            <a:ext cx="1789934" cy="139103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F2E20A55-E170-4988-8139-5E452D0B9C16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4126" y="648604"/>
            <a:ext cx="1240414" cy="151050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71CCEA6-3A54-42C0-841B-EA753C2D9D0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0709" y="627701"/>
            <a:ext cx="1312507" cy="1312507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8D2F0A86-4597-4951-81B1-3604A29E589A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2355" y="2333723"/>
            <a:ext cx="1789935" cy="1789935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DABDBB2D-9EC5-4DA0-9E3C-E2F1497DCD3D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0113" y="2333723"/>
            <a:ext cx="1789935" cy="1789935"/>
          </a:xfrm>
          <a:prstGeom prst="rect">
            <a:avLst/>
          </a:prstGeom>
        </p:spPr>
      </p:pic>
      <p:grpSp>
        <p:nvGrpSpPr>
          <p:cNvPr id="22" name="Groupe 21">
            <a:extLst>
              <a:ext uri="{FF2B5EF4-FFF2-40B4-BE49-F238E27FC236}">
                <a16:creationId xmlns:a16="http://schemas.microsoft.com/office/drawing/2014/main" id="{002B957C-4B4E-424F-BFDB-5D0F46AA2465}"/>
              </a:ext>
            </a:extLst>
          </p:cNvPr>
          <p:cNvGrpSpPr/>
          <p:nvPr/>
        </p:nvGrpSpPr>
        <p:grpSpPr>
          <a:xfrm>
            <a:off x="7306434" y="3771482"/>
            <a:ext cx="1501300" cy="1158684"/>
            <a:chOff x="7306434" y="3771482"/>
            <a:chExt cx="1501300" cy="1158684"/>
          </a:xfrm>
        </p:grpSpPr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B25067CF-F0DA-444F-8C35-50C4A09DE44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06434" y="3771483"/>
              <a:ext cx="685065" cy="685065"/>
            </a:xfrm>
            <a:prstGeom prst="rect">
              <a:avLst/>
            </a:prstGeom>
          </p:spPr>
        </p:pic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C0986002-1207-4291-A3FD-B44FF2D242A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22669" y="3771482"/>
              <a:ext cx="685065" cy="685065"/>
            </a:xfrm>
            <a:prstGeom prst="rect">
              <a:avLst/>
            </a:prstGeom>
          </p:spPr>
        </p:pic>
        <p:sp>
          <p:nvSpPr>
            <p:cNvPr id="19" name="Signe de multiplication 18">
              <a:extLst>
                <a:ext uri="{FF2B5EF4-FFF2-40B4-BE49-F238E27FC236}">
                  <a16:creationId xmlns:a16="http://schemas.microsoft.com/office/drawing/2014/main" id="{2A3A789D-4AE7-4B6F-A10F-1092E1D38E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73124" y="4079081"/>
              <a:ext cx="360000" cy="360000"/>
            </a:xfrm>
            <a:prstGeom prst="mathMultiply">
              <a:avLst/>
            </a:prstGeom>
            <a:solidFill>
              <a:srgbClr val="FE7116"/>
            </a:solidFill>
            <a:ln>
              <a:solidFill>
                <a:srgbClr val="FE711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Signe de multiplication 19">
              <a:extLst>
                <a:ext uri="{FF2B5EF4-FFF2-40B4-BE49-F238E27FC236}">
                  <a16:creationId xmlns:a16="http://schemas.microsoft.com/office/drawing/2014/main" id="{9A756736-BA39-4B62-BAE4-A6715E4DFC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85201" y="4079081"/>
              <a:ext cx="360000" cy="360000"/>
            </a:xfrm>
            <a:prstGeom prst="mathMultiply">
              <a:avLst/>
            </a:prstGeom>
            <a:solidFill>
              <a:srgbClr val="FE7116"/>
            </a:solidFill>
            <a:ln>
              <a:solidFill>
                <a:srgbClr val="FE711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85B0434D-2062-4269-AB90-7EF0CCF93E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13127" y="4245100"/>
              <a:ext cx="685066" cy="685066"/>
            </a:xfrm>
            <a:prstGeom prst="rect">
              <a:avLst/>
            </a:prstGeom>
            <a:noFill/>
          </p:spPr>
        </p:pic>
      </p:grpSp>
      <p:pic>
        <p:nvPicPr>
          <p:cNvPr id="24" name="Image 23">
            <a:extLst>
              <a:ext uri="{FF2B5EF4-FFF2-40B4-BE49-F238E27FC236}">
                <a16:creationId xmlns:a16="http://schemas.microsoft.com/office/drawing/2014/main" id="{1B4C5CFB-5E73-418E-BBD5-17024C6644D3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505" y="4553146"/>
            <a:ext cx="1035527" cy="1035527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A58E5226-8B86-4AC0-A7FD-68F64F76601E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7955" y="4375392"/>
            <a:ext cx="1320444" cy="1391034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F414C1D4-59F1-41FA-A333-344C5C9620AB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6741" y="3938783"/>
            <a:ext cx="1198132" cy="1035528"/>
          </a:xfrm>
          <a:prstGeom prst="rect">
            <a:avLst/>
          </a:prstGeom>
        </p:spPr>
      </p:pic>
      <p:pic>
        <p:nvPicPr>
          <p:cNvPr id="30" name="Image 29">
            <a:extLst>
              <a:ext uri="{FF2B5EF4-FFF2-40B4-BE49-F238E27FC236}">
                <a16:creationId xmlns:a16="http://schemas.microsoft.com/office/drawing/2014/main" id="{02EC40E1-72D3-4DCD-ACD3-62C04E557BA8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7184" y="2210730"/>
            <a:ext cx="1633346" cy="1416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8500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88649944-08B6-41BC-BC88-7F5E3C287668}"/>
              </a:ext>
            </a:extLst>
          </p:cNvPr>
          <p:cNvSpPr/>
          <p:nvPr/>
        </p:nvSpPr>
        <p:spPr>
          <a:xfrm>
            <a:off x="5398082" y="-151892"/>
            <a:ext cx="2321169" cy="64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adugi" panose="020B0502040204020203" pitchFamily="34" charset="0"/>
                <a:ea typeface="Gadugi" panose="020B0502040204020203" pitchFamily="34" charset="0"/>
              </a:rPr>
              <a:t>#4C5775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DA236DC6-D840-4012-959E-11127C8BFA4F}"/>
              </a:ext>
            </a:extLst>
          </p:cNvPr>
          <p:cNvSpPr/>
          <p:nvPr/>
        </p:nvSpPr>
        <p:spPr>
          <a:xfrm>
            <a:off x="5398080" y="4210438"/>
            <a:ext cx="2321169" cy="64800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adugi" panose="020B0502040204020203" pitchFamily="34" charset="0"/>
                <a:ea typeface="Gadugi" panose="020B0502040204020203" pitchFamily="34" charset="0"/>
              </a:rPr>
              <a:t>#9B324B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328AF0F6-E8E4-411E-8102-F74924117E36}"/>
              </a:ext>
            </a:extLst>
          </p:cNvPr>
          <p:cNvSpPr/>
          <p:nvPr/>
        </p:nvSpPr>
        <p:spPr>
          <a:xfrm>
            <a:off x="8943922" y="2529947"/>
            <a:ext cx="2321169" cy="648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rPr>
              <a:t># F4E791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F8024387-9D4F-4983-83C8-5CC1E30BE781}"/>
              </a:ext>
            </a:extLst>
          </p:cNvPr>
          <p:cNvSpPr/>
          <p:nvPr/>
        </p:nvSpPr>
        <p:spPr>
          <a:xfrm>
            <a:off x="5398081" y="1881224"/>
            <a:ext cx="2321169" cy="648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adugi" panose="020B0502040204020203" pitchFamily="34" charset="0"/>
                <a:ea typeface="Gadugi" panose="020B0502040204020203" pitchFamily="34" charset="0"/>
              </a:rPr>
              <a:t>#A37C3D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9A43CCBA-7E44-4D6C-8C73-3C4D3061A0ED}"/>
              </a:ext>
            </a:extLst>
          </p:cNvPr>
          <p:cNvSpPr/>
          <p:nvPr/>
        </p:nvSpPr>
        <p:spPr>
          <a:xfrm>
            <a:off x="5398082" y="855233"/>
            <a:ext cx="2321169" cy="648000"/>
          </a:xfrm>
          <a:prstGeom prst="roundRect">
            <a:avLst/>
          </a:prstGeom>
          <a:solidFill>
            <a:srgbClr val="6AAC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adugi" panose="020B0502040204020203" pitchFamily="34" charset="0"/>
                <a:ea typeface="Gadugi" panose="020B0502040204020203" pitchFamily="34" charset="0"/>
              </a:rPr>
              <a:t>#6AAC91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2229E62A-BF4E-4324-BBBA-8182E437CE28}"/>
              </a:ext>
            </a:extLst>
          </p:cNvPr>
          <p:cNvSpPr/>
          <p:nvPr/>
        </p:nvSpPr>
        <p:spPr>
          <a:xfrm>
            <a:off x="8771152" y="1355478"/>
            <a:ext cx="2321169" cy="648000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adugi" panose="020B0502040204020203" pitchFamily="34" charset="0"/>
                <a:ea typeface="Gadugi" panose="020B0502040204020203" pitchFamily="34" charset="0"/>
              </a:rPr>
              <a:t>#19284F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CFF5E72-D096-435C-9B6F-698706624F03}"/>
              </a:ext>
            </a:extLst>
          </p:cNvPr>
          <p:cNvSpPr txBox="1"/>
          <p:nvPr/>
        </p:nvSpPr>
        <p:spPr>
          <a:xfrm>
            <a:off x="8771152" y="485901"/>
            <a:ext cx="2209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Jeu de couleurs SKS</a:t>
            </a:r>
            <a:endParaRPr lang="fr-FR" dirty="0">
              <a:latin typeface="Stylus BT" panose="020E0402020206020304" pitchFamily="34" charset="0"/>
            </a:endParaRP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DE08D2CC-7223-45DB-BF64-5DA6F283FD41}"/>
              </a:ext>
            </a:extLst>
          </p:cNvPr>
          <p:cNvSpPr/>
          <p:nvPr/>
        </p:nvSpPr>
        <p:spPr>
          <a:xfrm>
            <a:off x="2522752" y="4210438"/>
            <a:ext cx="2321169" cy="648000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adugi" panose="020B0502040204020203" pitchFamily="34" charset="0"/>
                <a:ea typeface="Gadugi" panose="020B0502040204020203" pitchFamily="34" charset="0"/>
              </a:rPr>
              <a:t>#19284F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302867E3-E57C-4E5D-872B-C7AF1DE66330}"/>
              </a:ext>
            </a:extLst>
          </p:cNvPr>
          <p:cNvSpPr/>
          <p:nvPr/>
        </p:nvSpPr>
        <p:spPr>
          <a:xfrm>
            <a:off x="9431602" y="3177947"/>
            <a:ext cx="2321169" cy="648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adugi" panose="020B0502040204020203" pitchFamily="34" charset="0"/>
                <a:ea typeface="Gadugi" panose="020B0502040204020203" pitchFamily="34" charset="0"/>
              </a:rPr>
              <a:t># F4E791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DF144E0F-742D-4D86-9902-388CA694B714}"/>
              </a:ext>
            </a:extLst>
          </p:cNvPr>
          <p:cNvSpPr/>
          <p:nvPr/>
        </p:nvSpPr>
        <p:spPr>
          <a:xfrm>
            <a:off x="8039682" y="4210438"/>
            <a:ext cx="2321169" cy="648000"/>
          </a:xfrm>
          <a:prstGeom prst="roundRect">
            <a:avLst/>
          </a:prstGeom>
          <a:solidFill>
            <a:srgbClr val="6AAC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adugi" panose="020B0502040204020203" pitchFamily="34" charset="0"/>
                <a:ea typeface="Gadugi" panose="020B0502040204020203" pitchFamily="34" charset="0"/>
              </a:rPr>
              <a:t>#6AAC91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59793F8B-09F3-4B7C-BB9B-8AD0F3FEB27D}"/>
              </a:ext>
            </a:extLst>
          </p:cNvPr>
          <p:cNvSpPr/>
          <p:nvPr/>
        </p:nvSpPr>
        <p:spPr>
          <a:xfrm>
            <a:off x="1557602" y="1355478"/>
            <a:ext cx="2321169" cy="648000"/>
          </a:xfrm>
          <a:prstGeom prst="roundRect">
            <a:avLst/>
          </a:prstGeom>
          <a:solidFill>
            <a:srgbClr val="FBF5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475569"/>
                </a:solidFill>
                <a:latin typeface="Gadugi" panose="020B0502040204020203" pitchFamily="34" charset="0"/>
                <a:ea typeface="Gadugi" panose="020B0502040204020203" pitchFamily="34" charset="0"/>
              </a:rPr>
              <a:t>#</a:t>
            </a:r>
            <a:r>
              <a:rPr lang="fr-FR" dirty="0">
                <a:solidFill>
                  <a:srgbClr val="475569"/>
                </a:solidFill>
              </a:rPr>
              <a:t> FBF5D3</a:t>
            </a:r>
            <a:endParaRPr lang="en-US" dirty="0">
              <a:solidFill>
                <a:srgbClr val="475569"/>
              </a:solidFill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4595489"/>
      </p:ext>
    </p:extLst>
  </p:cSld>
  <p:clrMapOvr>
    <a:masterClrMapping/>
  </p:clrMapOvr>
</p:sld>
</file>

<file path=ppt/theme/theme1.xml><?xml version="1.0" encoding="utf-8"?>
<a:theme xmlns:a="http://schemas.openxmlformats.org/drawingml/2006/main" name="Base">
  <a:themeElements>
    <a:clrScheme name="SQWEEZY">
      <a:dk1>
        <a:srgbClr val="1C1C1C"/>
      </a:dk1>
      <a:lt1>
        <a:srgbClr val="FFFFFF"/>
      </a:lt1>
      <a:dk2>
        <a:srgbClr val="2F5D50"/>
      </a:dk2>
      <a:lt2>
        <a:srgbClr val="B8D87B"/>
      </a:lt2>
      <a:accent1>
        <a:srgbClr val="B8D87B"/>
      </a:accent1>
      <a:accent2>
        <a:srgbClr val="2F5D50"/>
      </a:accent2>
      <a:accent3>
        <a:srgbClr val="A9D6E5"/>
      </a:accent3>
      <a:accent4>
        <a:srgbClr val="F96C5B"/>
      </a:accent4>
      <a:accent5>
        <a:srgbClr val="D3BFA3"/>
      </a:accent5>
      <a:accent6>
        <a:srgbClr val="1C1C1C"/>
      </a:accent6>
      <a:hlink>
        <a:srgbClr val="0563C1"/>
      </a:hlink>
      <a:folHlink>
        <a:srgbClr val="48A1FA"/>
      </a:folHlink>
    </a:clrScheme>
    <a:fontScheme name="Base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e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ppt/theme/theme2.xml><?xml version="1.0" encoding="utf-8"?>
<a:theme xmlns:a="http://schemas.openxmlformats.org/drawingml/2006/main" name="1_Thème SSS">
  <a:themeElements>
    <a:clrScheme name="SKIMSTONES">
      <a:dk1>
        <a:srgbClr val="19284F"/>
      </a:dk1>
      <a:lt1>
        <a:srgbClr val="F4E791"/>
      </a:lt1>
      <a:dk2>
        <a:srgbClr val="4C5775"/>
      </a:dk2>
      <a:lt2>
        <a:srgbClr val="A37C3D"/>
      </a:lt2>
      <a:accent1>
        <a:srgbClr val="19284F"/>
      </a:accent1>
      <a:accent2>
        <a:srgbClr val="4C5775"/>
      </a:accent2>
      <a:accent3>
        <a:srgbClr val="9B324B"/>
      </a:accent3>
      <a:accent4>
        <a:srgbClr val="F4E791"/>
      </a:accent4>
      <a:accent5>
        <a:srgbClr val="A37C3D"/>
      </a:accent5>
      <a:accent6>
        <a:srgbClr val="6AAC91"/>
      </a:accent6>
      <a:hlink>
        <a:srgbClr val="FB4A18"/>
      </a:hlink>
      <a:folHlink>
        <a:srgbClr val="FB9318"/>
      </a:folHlink>
    </a:clrScheme>
    <a:fontScheme name="SKIMSTONES">
      <a:majorFont>
        <a:latin typeface="Argentum Sans VF"/>
        <a:ea typeface=""/>
        <a:cs typeface=""/>
      </a:majorFont>
      <a:minorFont>
        <a:latin typeface="Gadugi"/>
        <a:ea typeface=""/>
        <a:cs typeface=""/>
      </a:minorFont>
    </a:fontScheme>
    <a:fmtScheme name="Traînée de condensation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ème SSS" id="{AD97CDFB-9BDE-4E21-B1A7-3775931732CE}" vid="{CCEF4664-67E0-47AB-A9C8-478BF031E34F}"/>
    </a:ext>
  </a:extLst>
</a:theme>
</file>

<file path=ppt/theme/theme3.xml><?xml version="1.0" encoding="utf-8"?>
<a:theme xmlns:a="http://schemas.openxmlformats.org/drawingml/2006/main" name="2_Thème SSS">
  <a:themeElements>
    <a:clrScheme name="SKIMSTONES">
      <a:dk1>
        <a:srgbClr val="19284F"/>
      </a:dk1>
      <a:lt1>
        <a:srgbClr val="F4E791"/>
      </a:lt1>
      <a:dk2>
        <a:srgbClr val="4C5775"/>
      </a:dk2>
      <a:lt2>
        <a:srgbClr val="A37C3D"/>
      </a:lt2>
      <a:accent1>
        <a:srgbClr val="19284F"/>
      </a:accent1>
      <a:accent2>
        <a:srgbClr val="4C5775"/>
      </a:accent2>
      <a:accent3>
        <a:srgbClr val="9B324B"/>
      </a:accent3>
      <a:accent4>
        <a:srgbClr val="F4E791"/>
      </a:accent4>
      <a:accent5>
        <a:srgbClr val="A37C3D"/>
      </a:accent5>
      <a:accent6>
        <a:srgbClr val="6AAC91"/>
      </a:accent6>
      <a:hlink>
        <a:srgbClr val="FB4A18"/>
      </a:hlink>
      <a:folHlink>
        <a:srgbClr val="FB9318"/>
      </a:folHlink>
    </a:clrScheme>
    <a:fontScheme name="SKIMSTONES">
      <a:majorFont>
        <a:latin typeface="Argentum Sans VF"/>
        <a:ea typeface=""/>
        <a:cs typeface=""/>
      </a:majorFont>
      <a:minorFont>
        <a:latin typeface="Gadugi"/>
        <a:ea typeface=""/>
        <a:cs typeface=""/>
      </a:minorFont>
    </a:fontScheme>
    <a:fmtScheme name="Traînée de condensation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ème SSS" id="{AD97CDFB-9BDE-4E21-B1A7-3775931732CE}" vid="{CCEF4664-67E0-47AB-A9C8-478BF031E34F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TM03457444[[fn=Base]]</Template>
  <TotalTime>26818</TotalTime>
  <Words>193</Words>
  <Application>Microsoft Office PowerPoint</Application>
  <PresentationFormat>Grand écran</PresentationFormat>
  <Paragraphs>59</Paragraphs>
  <Slides>5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5</vt:i4>
      </vt:variant>
    </vt:vector>
  </HeadingPairs>
  <TitlesOfParts>
    <vt:vector size="16" baseType="lpstr">
      <vt:lpstr>Argentum Sans VF</vt:lpstr>
      <vt:lpstr>Arial</vt:lpstr>
      <vt:lpstr>Artifakt Element Medium</vt:lpstr>
      <vt:lpstr>Calibri</vt:lpstr>
      <vt:lpstr>Corbel</vt:lpstr>
      <vt:lpstr>Gadugi</vt:lpstr>
      <vt:lpstr>Stylus BT</vt:lpstr>
      <vt:lpstr>Wingdings</vt:lpstr>
      <vt:lpstr>Base</vt:lpstr>
      <vt:lpstr>1_Thème SSS</vt:lpstr>
      <vt:lpstr>2_Thème SSS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Lenda</dc:creator>
  <cp:lastModifiedBy>SKIMSTONES</cp:lastModifiedBy>
  <cp:revision>140</cp:revision>
  <dcterms:created xsi:type="dcterms:W3CDTF">2025-07-24T12:37:08Z</dcterms:created>
  <dcterms:modified xsi:type="dcterms:W3CDTF">2026-05-30T20:40:41Z</dcterms:modified>
</cp:coreProperties>
</file>