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7" r:id="rId1"/>
    <p:sldMasterId id="2147483877" r:id="rId2"/>
    <p:sldMasterId id="2147483880" r:id="rId3"/>
  </p:sldMasterIdLst>
  <p:notesMasterIdLst>
    <p:notesMasterId r:id="rId6"/>
  </p:notesMasterIdLst>
  <p:sldIdLst>
    <p:sldId id="2972" r:id="rId4"/>
    <p:sldId id="297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341" userDrawn="1">
          <p15:clr>
            <a:srgbClr val="A4A3A4"/>
          </p15:clr>
        </p15:guide>
        <p15:guide id="3" pos="2207" userDrawn="1">
          <p15:clr>
            <a:srgbClr val="A4A3A4"/>
          </p15:clr>
        </p15:guide>
        <p15:guide id="4" pos="75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5DA"/>
    <a:srgbClr val="FBF5D3"/>
    <a:srgbClr val="FDFAE9"/>
    <a:srgbClr val="F6F2ED"/>
    <a:srgbClr val="004E7E"/>
    <a:srgbClr val="475569"/>
    <a:srgbClr val="B8D87B"/>
    <a:srgbClr val="6AAC91"/>
    <a:srgbClr val="DE968B"/>
    <a:srgbClr val="CBE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7" y="139"/>
      </p:cViewPr>
      <p:guideLst>
        <p:guide orient="horz" pos="2160"/>
        <p:guide pos="3341"/>
        <p:guide pos="2207"/>
        <p:guide pos="75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B8711-6977-4CA3-ABAD-12E54DF9411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FDD13-7079-47FB-BE85-5EF4521D77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217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A55CF2-256D-44FD-9430-5B63A079CF5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666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accent2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2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79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00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785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1592825"/>
            <a:ext cx="4754880" cy="448793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1592826"/>
            <a:ext cx="4754880" cy="448793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07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64755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529051"/>
            <a:ext cx="4754880" cy="357571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64507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526890"/>
            <a:ext cx="4754880" cy="357571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456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2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27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36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47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27325-C26F-4A0E-A894-60BAC9F6D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B69070-892B-4C05-A378-77A28FC61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5141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49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  <p15:guide id="4" orient="horz" pos="349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27325-C26F-4A0E-A894-60BAC9F6D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B69070-892B-4C05-A378-77A28FC61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291598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>
            <a:extLst>
              <a:ext uri="{FF2B5EF4-FFF2-40B4-BE49-F238E27FC236}">
                <a16:creationId xmlns:a16="http://schemas.microsoft.com/office/drawing/2014/main" id="{4EE8AC15-C6B6-447B-92C6-1D62D57D024D}"/>
              </a:ext>
            </a:extLst>
          </p:cNvPr>
          <p:cNvGrpSpPr/>
          <p:nvPr userDrawn="1"/>
        </p:nvGrpSpPr>
        <p:grpSpPr>
          <a:xfrm>
            <a:off x="685800" y="549273"/>
            <a:ext cx="10914225" cy="5759453"/>
            <a:chOff x="685800" y="549273"/>
            <a:chExt cx="10914225" cy="5759453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B598EE0-D445-4ADC-A5CC-49EB4B0AAB54}"/>
                </a:ext>
              </a:extLst>
            </p:cNvPr>
            <p:cNvSpPr/>
            <p:nvPr/>
          </p:nvSpPr>
          <p:spPr bwMode="auto">
            <a:xfrm>
              <a:off x="7820025" y="1160464"/>
              <a:ext cx="3780000" cy="5148262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B7999F9-822D-44C0-91B0-E9312B5BB248}"/>
                </a:ext>
              </a:extLst>
            </p:cNvPr>
            <p:cNvSpPr/>
            <p:nvPr/>
          </p:nvSpPr>
          <p:spPr bwMode="auto">
            <a:xfrm flipH="1" flipV="1">
              <a:off x="685800" y="549273"/>
              <a:ext cx="3780000" cy="5148000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1070ABC7-AC65-4744-8CD2-F3383CB4D13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98501" y="549275"/>
            <a:ext cx="2178200" cy="6649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9FF337B-0E12-4CB1-81C7-7B9F6EF2EBC3}"/>
              </a:ext>
            </a:extLst>
          </p:cNvPr>
          <p:cNvSpPr/>
          <p:nvPr userDrawn="1"/>
        </p:nvSpPr>
        <p:spPr>
          <a:xfrm>
            <a:off x="7502558" y="5798194"/>
            <a:ext cx="4097467" cy="823252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algn="ctr"/>
            <a:r>
              <a:rPr lang="fr-FR" sz="2800" b="0" cap="none" spc="0" dirty="0" err="1">
                <a:ln w="12700">
                  <a:noFill/>
                  <a:prstDash val="solid"/>
                </a:ln>
                <a:solidFill>
                  <a:srgbClr val="CCE0E9"/>
                </a:solidFill>
                <a:effectLst/>
                <a:latin typeface="+mj-lt"/>
              </a:rPr>
              <a:t>S.P.o.F</a:t>
            </a:r>
            <a:r>
              <a:rPr lang="fr-FR" sz="2800" b="0" cap="none" spc="0" dirty="0">
                <a:ln w="12700">
                  <a:noFill/>
                  <a:prstDash val="solid"/>
                </a:ln>
                <a:solidFill>
                  <a:srgbClr val="CCE0E9"/>
                </a:solidFill>
                <a:effectLst/>
                <a:latin typeface="+mj-lt"/>
              </a:rPr>
              <a:t> </a:t>
            </a:r>
            <a:r>
              <a:rPr lang="fr-FR" sz="1400" b="0" dirty="0">
                <a:ln w="12700">
                  <a:noFill/>
                  <a:prstDash val="solid"/>
                </a:ln>
                <a:solidFill>
                  <a:srgbClr val="CCE0E9"/>
                </a:solidFill>
                <a:effectLst/>
                <a:latin typeface="+mj-lt"/>
              </a:rPr>
              <a:t>Single Point of Failure</a:t>
            </a:r>
            <a:endParaRPr lang="fr-FR" sz="1400" b="0" cap="none" spc="0" dirty="0">
              <a:ln w="12700">
                <a:noFill/>
                <a:prstDash val="solid"/>
              </a:ln>
              <a:solidFill>
                <a:srgbClr val="CCE0E9"/>
              </a:solidFill>
              <a:effectLst/>
              <a:latin typeface="+mj-l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9DD5992-2630-4C62-AD64-314EE9BEE88F}"/>
              </a:ext>
            </a:extLst>
          </p:cNvPr>
          <p:cNvSpPr txBox="1"/>
          <p:nvPr userDrawn="1"/>
        </p:nvSpPr>
        <p:spPr>
          <a:xfrm rot="16200000">
            <a:off x="-1437845" y="3131339"/>
            <a:ext cx="471637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b="0" dirty="0">
                <a:solidFill>
                  <a:srgbClr val="CCE0E9"/>
                </a:solidFill>
                <a:latin typeface="+mj-lt"/>
              </a:rPr>
              <a:t>INDUSTRIAL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3960622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  <p15:guide id="4" orient="horz" pos="349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0">
              <a:schemeClr val="accent5">
                <a:lumMod val="68000"/>
                <a:lumOff val="32000"/>
              </a:schemeClr>
            </a:gs>
            <a:gs pos="39800">
              <a:schemeClr val="accent4">
                <a:alpha val="65000"/>
              </a:schemeClr>
            </a:gs>
            <a:gs pos="60000">
              <a:schemeClr val="accent4">
                <a:alpha val="64000"/>
              </a:schemeClr>
            </a:gs>
            <a:gs pos="20000">
              <a:schemeClr val="accent5">
                <a:lumMod val="70000"/>
                <a:lumOff val="30000"/>
              </a:schemeClr>
            </a:gs>
            <a:gs pos="0">
              <a:srgbClr val="B8D87B"/>
            </a:gs>
            <a:gs pos="100000">
              <a:srgbClr val="B8D87B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25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582994"/>
            <a:ext cx="9872871" cy="4513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3000" y="6223828"/>
            <a:ext cx="7523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35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Gadugi" panose="020B0502040204020203" pitchFamily="34" charset="0"/>
          <a:ea typeface="Gadugi" panose="020B0502040204020203" pitchFamily="34" charset="0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Wingdings" panose="05000000000000000000" pitchFamily="2" charset="2"/>
        <a:buChar char="§"/>
        <a:defRPr sz="2200" kern="1200">
          <a:solidFill>
            <a:schemeClr val="accent2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accent2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1800" kern="1200">
          <a:solidFill>
            <a:schemeClr val="accent2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1600" kern="1200">
          <a:solidFill>
            <a:schemeClr val="accent2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1600" kern="1200">
          <a:solidFill>
            <a:schemeClr val="accent2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20000"/>
                <a:lumOff val="80000"/>
              </a:schemeClr>
            </a:gs>
            <a:gs pos="32000">
              <a:schemeClr val="bg2">
                <a:lumMod val="20000"/>
                <a:lumOff val="80000"/>
              </a:schemeClr>
            </a:gs>
            <a:gs pos="71000">
              <a:schemeClr val="accent5">
                <a:lumMod val="40000"/>
                <a:lumOff val="6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9780" y="531222"/>
            <a:ext cx="8610600" cy="1526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4"/>
            <a:ext cx="1099458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9"/>
            <a:ext cx="87891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51" b="0" i="0" u="none" strike="noStrike" kern="1200" cap="none" spc="0" normalizeH="0" baseline="0" noProof="0">
              <a:ln>
                <a:noFill/>
              </a:ln>
              <a:solidFill>
                <a:srgbClr val="19284F">
                  <a:tint val="75000"/>
                </a:srgbClr>
              </a:solidFill>
              <a:effectLst/>
              <a:uLnTx/>
              <a:uFillTx/>
              <a:latin typeface="Gadug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79428" y="6355848"/>
            <a:ext cx="2100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9F95C0-7E95-44E1-9FBD-F66BA2D50AB0}" type="slidenum">
              <a:rPr kumimoji="0" lang="fr-FR" sz="1051" b="0" i="0" u="none" strike="noStrike" kern="1200" cap="none" spc="0" normalizeH="0" baseline="0" noProof="0" smtClean="0">
                <a:ln>
                  <a:noFill/>
                </a:ln>
                <a:solidFill>
                  <a:srgbClr val="19284F">
                    <a:tint val="75000"/>
                  </a:srgbClr>
                </a:solidFill>
                <a:effectLst/>
                <a:uLnTx/>
                <a:uFillTx/>
                <a:latin typeface="Argentum Sans VF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1" b="0" i="0" u="none" strike="noStrike" kern="1200" cap="none" spc="0" normalizeH="0" baseline="0" noProof="0">
              <a:ln>
                <a:noFill/>
              </a:ln>
              <a:solidFill>
                <a:srgbClr val="19284F">
                  <a:tint val="75000"/>
                </a:srgbClr>
              </a:solidFill>
              <a:effectLst/>
              <a:uLnTx/>
              <a:uFillTx/>
              <a:latin typeface="Argentum Sans VF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31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</p:sldLayoutIdLst>
  <p:txStyles>
    <p:titleStyle>
      <a:lvl1pPr algn="r" defTabSz="914377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4">
              <a:lumMod val="20000"/>
              <a:lumOff val="80000"/>
            </a:schemeClr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ABA9"/>
        </a:buClr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ABA9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ABA9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ABA9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ABA9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20000"/>
                <a:lumOff val="80000"/>
              </a:schemeClr>
            </a:gs>
            <a:gs pos="32000">
              <a:schemeClr val="bg2">
                <a:lumMod val="20000"/>
                <a:lumOff val="80000"/>
              </a:schemeClr>
            </a:gs>
            <a:gs pos="71000">
              <a:schemeClr val="accent5">
                <a:lumMod val="40000"/>
                <a:lumOff val="6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9780" y="531222"/>
            <a:ext cx="8610600" cy="1526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4"/>
            <a:ext cx="1099458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9"/>
            <a:ext cx="87891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51" b="0" i="0" u="none" strike="noStrike" kern="1200" cap="none" spc="0" normalizeH="0" baseline="0" noProof="0">
              <a:ln>
                <a:noFill/>
              </a:ln>
              <a:solidFill>
                <a:srgbClr val="19284F">
                  <a:tint val="75000"/>
                </a:srgbClr>
              </a:solidFill>
              <a:effectLst/>
              <a:uLnTx/>
              <a:uFillTx/>
              <a:latin typeface="Gadug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79428" y="6355848"/>
            <a:ext cx="2100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9F95C0-7E95-44E1-9FBD-F66BA2D50AB0}" type="slidenum">
              <a:rPr kumimoji="0" lang="fr-FR" sz="1051" b="0" i="0" u="none" strike="noStrike" kern="1200" cap="none" spc="0" normalizeH="0" baseline="0" noProof="0" smtClean="0">
                <a:ln>
                  <a:noFill/>
                </a:ln>
                <a:solidFill>
                  <a:srgbClr val="19284F">
                    <a:tint val="75000"/>
                  </a:srgbClr>
                </a:solidFill>
                <a:effectLst/>
                <a:uLnTx/>
                <a:uFillTx/>
                <a:latin typeface="Argentum Sans VF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1" b="0" i="0" u="none" strike="noStrike" kern="1200" cap="none" spc="0" normalizeH="0" baseline="0" noProof="0">
              <a:ln>
                <a:noFill/>
              </a:ln>
              <a:solidFill>
                <a:srgbClr val="19284F">
                  <a:tint val="75000"/>
                </a:srgbClr>
              </a:solidFill>
              <a:effectLst/>
              <a:uLnTx/>
              <a:uFillTx/>
              <a:latin typeface="Argentum Sans VF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39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</p:sldLayoutIdLst>
  <p:txStyles>
    <p:titleStyle>
      <a:lvl1pPr algn="r" defTabSz="914377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4">
              <a:lumMod val="20000"/>
              <a:lumOff val="80000"/>
            </a:schemeClr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ABA9"/>
        </a:buClr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ABA9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ABA9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ABA9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ABA9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re 6">
            <a:extLst>
              <a:ext uri="{FF2B5EF4-FFF2-40B4-BE49-F238E27FC236}">
                <a16:creationId xmlns:a16="http://schemas.microsoft.com/office/drawing/2014/main" id="{523E7D8C-FB79-4895-9C68-FE7E578425F7}"/>
              </a:ext>
            </a:extLst>
          </p:cNvPr>
          <p:cNvSpPr txBox="1">
            <a:spLocks/>
          </p:cNvSpPr>
          <p:nvPr/>
        </p:nvSpPr>
        <p:spPr>
          <a:xfrm>
            <a:off x="3354423" y="312973"/>
            <a:ext cx="5182907" cy="9921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all" spc="0" normalizeH="0" baseline="0" noProof="0" dirty="0">
                <a:ln>
                  <a:noFill/>
                </a:ln>
                <a:solidFill>
                  <a:srgbClr val="4C5775"/>
                </a:solidFill>
                <a:effectLst/>
                <a:uLnTx/>
                <a:uFillTx/>
                <a:latin typeface="Argentum Sans VF"/>
                <a:ea typeface="+mj-ea"/>
                <a:cs typeface="+mj-cs"/>
              </a:rPr>
              <a:t>CHARTE SKIMSTONES (SKS)</a:t>
            </a:r>
            <a:endParaRPr kumimoji="0" lang="fr-FR" sz="2800" b="0" i="0" u="none" strike="noStrike" kern="1200" cap="all" spc="-100" normalizeH="0" baseline="0" noProof="0" dirty="0">
              <a:ln>
                <a:noFill/>
              </a:ln>
              <a:solidFill>
                <a:srgbClr val="4C5775"/>
              </a:solidFill>
              <a:effectLst/>
              <a:uLnTx/>
              <a:uFillTx/>
              <a:latin typeface="Argentum Sans VF"/>
              <a:ea typeface="+mj-ea"/>
              <a:cs typeface="+mj-cs"/>
            </a:endParaRPr>
          </a:p>
          <a:p>
            <a:pPr marL="0" marR="0" lvl="0" indent="0" algn="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900" b="0" i="0" u="none" strike="noStrike" kern="1200" cap="all" spc="0" normalizeH="0" baseline="0" noProof="0" dirty="0">
              <a:ln>
                <a:noFill/>
              </a:ln>
              <a:solidFill>
                <a:srgbClr val="4C5775"/>
              </a:solidFill>
              <a:effectLst/>
              <a:uLnTx/>
              <a:uFillTx/>
              <a:latin typeface="Argentum Sans VF"/>
              <a:ea typeface="+mj-ea"/>
              <a:cs typeface="+mj-cs"/>
            </a:endParaRP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2135C6E7-C8F4-472A-84BB-7D89B38B52FA}"/>
              </a:ext>
            </a:extLst>
          </p:cNvPr>
          <p:cNvSpPr/>
          <p:nvPr/>
        </p:nvSpPr>
        <p:spPr>
          <a:xfrm>
            <a:off x="8771154" y="2224309"/>
            <a:ext cx="2321169" cy="64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# 4C5775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3C559279-349F-497C-B4E2-BB0A52D3F2DF}"/>
              </a:ext>
            </a:extLst>
          </p:cNvPr>
          <p:cNvSpPr/>
          <p:nvPr/>
        </p:nvSpPr>
        <p:spPr>
          <a:xfrm>
            <a:off x="8771154" y="3043017"/>
            <a:ext cx="2321169" cy="6480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# 9B324B</a:t>
            </a:r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723E7A74-595F-49E1-BB66-6DF1D651189F}"/>
              </a:ext>
            </a:extLst>
          </p:cNvPr>
          <p:cNvSpPr/>
          <p:nvPr/>
        </p:nvSpPr>
        <p:spPr>
          <a:xfrm>
            <a:off x="8771154" y="3861726"/>
            <a:ext cx="2321169" cy="648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# F4E791</a:t>
            </a:r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1E81AAA0-3340-4A34-8620-4B02FF38BB67}"/>
              </a:ext>
            </a:extLst>
          </p:cNvPr>
          <p:cNvSpPr/>
          <p:nvPr/>
        </p:nvSpPr>
        <p:spPr>
          <a:xfrm>
            <a:off x="8771154" y="4634277"/>
            <a:ext cx="2321169" cy="648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# A37C3D</a:t>
            </a: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F4BF037E-108A-4792-A454-5CA9D1E2F96E}"/>
              </a:ext>
            </a:extLst>
          </p:cNvPr>
          <p:cNvSpPr/>
          <p:nvPr/>
        </p:nvSpPr>
        <p:spPr>
          <a:xfrm>
            <a:off x="8771154" y="5452986"/>
            <a:ext cx="2321169" cy="648000"/>
          </a:xfrm>
          <a:prstGeom prst="roundRect">
            <a:avLst/>
          </a:prstGeom>
          <a:solidFill>
            <a:srgbClr val="6A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# 6AAC91</a:t>
            </a:r>
          </a:p>
        </p:txBody>
      </p: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3179FBD7-8B11-429C-A292-BA8ACBB47CE3}"/>
              </a:ext>
            </a:extLst>
          </p:cNvPr>
          <p:cNvSpPr/>
          <p:nvPr/>
        </p:nvSpPr>
        <p:spPr>
          <a:xfrm>
            <a:off x="8771152" y="1355478"/>
            <a:ext cx="2321169" cy="6480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# 19284F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82A483BE-CE49-4054-9A71-C9ECB659F8B6}"/>
              </a:ext>
            </a:extLst>
          </p:cNvPr>
          <p:cNvSpPr txBox="1"/>
          <p:nvPr/>
        </p:nvSpPr>
        <p:spPr>
          <a:xfrm>
            <a:off x="8771152" y="485901"/>
            <a:ext cx="2209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Jeu de couleurs SKS</a:t>
            </a:r>
            <a:endParaRPr lang="fr-FR" dirty="0">
              <a:latin typeface="Stylus BT" panose="020E04020202060203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E3765E12-6977-4FE4-A6A4-7AF634BC0AD2}"/>
              </a:ext>
            </a:extLst>
          </p:cNvPr>
          <p:cNvSpPr txBox="1"/>
          <p:nvPr/>
        </p:nvSpPr>
        <p:spPr>
          <a:xfrm>
            <a:off x="739283" y="3156949"/>
            <a:ext cx="6276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POLICES PAR DÉFAUT SKS</a:t>
            </a:r>
          </a:p>
          <a:p>
            <a:r>
              <a:rPr lang="fr-FR" dirty="0"/>
              <a:t>1 / texte normal : </a:t>
            </a:r>
            <a:r>
              <a:rPr lang="fr-FR" dirty="0" err="1"/>
              <a:t>Gadugi</a:t>
            </a:r>
            <a:endParaRPr lang="fr-FR" dirty="0"/>
          </a:p>
          <a:p>
            <a:r>
              <a:rPr lang="fr-FR" dirty="0"/>
              <a:t>2/ textes spéciaux NIVEAU 1 : </a:t>
            </a:r>
            <a:r>
              <a:rPr lang="fr-FR" dirty="0" err="1">
                <a:latin typeface="Argentum Sans VF" pitchFamily="2" charset="0"/>
              </a:rPr>
              <a:t>Argentum</a:t>
            </a:r>
            <a:r>
              <a:rPr lang="fr-FR" dirty="0">
                <a:latin typeface="Argentum Sans VF" pitchFamily="2" charset="0"/>
              </a:rPr>
              <a:t> Sans VF</a:t>
            </a:r>
            <a:endParaRPr lang="fr-FR" dirty="0">
              <a:latin typeface="Stylus BT" panose="020E0402020206020304" pitchFamily="34" charset="0"/>
            </a:endParaRPr>
          </a:p>
          <a:p>
            <a:r>
              <a:rPr lang="fr-FR" dirty="0"/>
              <a:t>3/ textes spéciaux NIVEAU 2 : </a:t>
            </a:r>
            <a:r>
              <a:rPr lang="fr-FR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Artifakt</a:t>
            </a:r>
            <a:r>
              <a:rPr lang="fr-FR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</a:t>
            </a:r>
            <a:r>
              <a:rPr lang="fr-FR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Element</a:t>
            </a:r>
            <a:r>
              <a:rPr lang="fr-FR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Medium</a:t>
            </a:r>
          </a:p>
          <a:p>
            <a:endParaRPr lang="fr-FR" dirty="0">
              <a:latin typeface="Stylus BT" panose="020E0402020206020304" pitchFamily="34" charset="0"/>
            </a:endParaRPr>
          </a:p>
        </p:txBody>
      </p:sp>
      <p:sp>
        <p:nvSpPr>
          <p:cNvPr id="15" name="Titre 6">
            <a:extLst>
              <a:ext uri="{FF2B5EF4-FFF2-40B4-BE49-F238E27FC236}">
                <a16:creationId xmlns:a16="http://schemas.microsoft.com/office/drawing/2014/main" id="{DD0EBD0B-EC6A-48D9-B399-F086A3DCFD0B}"/>
              </a:ext>
            </a:extLst>
          </p:cNvPr>
          <p:cNvSpPr txBox="1">
            <a:spLocks/>
          </p:cNvSpPr>
          <p:nvPr/>
        </p:nvSpPr>
        <p:spPr>
          <a:xfrm>
            <a:off x="739283" y="1545498"/>
            <a:ext cx="5849695" cy="4199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all" spc="0" normalizeH="0" baseline="0" noProof="0" dirty="0">
                <a:ln>
                  <a:noFill/>
                </a:ln>
                <a:solidFill>
                  <a:srgbClr val="004E7E"/>
                </a:solidFill>
                <a:effectLst/>
                <a:uLnTx/>
                <a:uFillTx/>
                <a:latin typeface="Stylus BT" panose="020E0402020206020304" pitchFamily="34" charset="0"/>
              </a:rPr>
              <a:t>COULEUR TEXTE TITRES : #004E7E</a:t>
            </a:r>
            <a:endParaRPr kumimoji="0" lang="fr-FR" sz="2800" b="0" i="0" u="none" strike="noStrike" kern="1200" cap="all" spc="-100" normalizeH="0" baseline="0" noProof="0" dirty="0">
              <a:ln>
                <a:noFill/>
              </a:ln>
              <a:solidFill>
                <a:srgbClr val="004E7E"/>
              </a:solidFill>
              <a:effectLst/>
              <a:uLnTx/>
              <a:uFillTx/>
              <a:latin typeface="Stylus BT" panose="020E0402020206020304" pitchFamily="34" charset="0"/>
            </a:endParaRPr>
          </a:p>
          <a:p>
            <a:pPr marL="0" marR="0" lvl="0" indent="0" algn="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1200" cap="all" spc="0" normalizeH="0" baseline="0" noProof="0" dirty="0">
              <a:ln>
                <a:noFill/>
              </a:ln>
              <a:solidFill>
                <a:srgbClr val="4C5775"/>
              </a:solidFill>
              <a:effectLst/>
              <a:uLnTx/>
              <a:uFillTx/>
              <a:latin typeface="Stylus BT" panose="020E0402020206020304" pitchFamily="34" charset="0"/>
            </a:endParaRPr>
          </a:p>
        </p:txBody>
      </p:sp>
      <p:sp>
        <p:nvSpPr>
          <p:cNvPr id="16" name="Titre 6">
            <a:extLst>
              <a:ext uri="{FF2B5EF4-FFF2-40B4-BE49-F238E27FC236}">
                <a16:creationId xmlns:a16="http://schemas.microsoft.com/office/drawing/2014/main" id="{D19B6E43-9A3B-4036-9BCB-C56961019AD7}"/>
              </a:ext>
            </a:extLst>
          </p:cNvPr>
          <p:cNvSpPr txBox="1">
            <a:spLocks/>
          </p:cNvSpPr>
          <p:nvPr/>
        </p:nvSpPr>
        <p:spPr>
          <a:xfrm>
            <a:off x="739282" y="2041592"/>
            <a:ext cx="5849695" cy="4550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i="0" u="none" strike="noStrike" kern="1200" cap="none" spc="0" normalizeH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</a:rPr>
              <a:t>Couleur texte normal </a:t>
            </a:r>
            <a:r>
              <a:rPr kumimoji="0" lang="fr-FR" sz="2800" i="0" u="none" strike="noStrike" kern="1200" cap="all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</a:rPr>
              <a:t>: #475569</a:t>
            </a:r>
            <a:endParaRPr kumimoji="0" lang="fr-FR" sz="2800" i="0" u="none" strike="noStrike" kern="1200" cap="all" spc="-100" normalizeH="0" baseline="0" noProof="0" dirty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0" marR="0" lvl="0" indent="0" algn="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i="0" u="none" strike="noStrike" kern="1200" cap="all" spc="0" normalizeH="0" baseline="0" noProof="0" dirty="0">
              <a:ln>
                <a:noFill/>
              </a:ln>
              <a:solidFill>
                <a:srgbClr val="4C5775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7" name="Rectangle : en biseau 16">
            <a:extLst>
              <a:ext uri="{FF2B5EF4-FFF2-40B4-BE49-F238E27FC236}">
                <a16:creationId xmlns:a16="http://schemas.microsoft.com/office/drawing/2014/main" id="{43621373-B03C-418F-BE55-E01476C24CB4}"/>
              </a:ext>
            </a:extLst>
          </p:cNvPr>
          <p:cNvSpPr/>
          <p:nvPr/>
        </p:nvSpPr>
        <p:spPr>
          <a:xfrm>
            <a:off x="5113470" y="5501791"/>
            <a:ext cx="2321169" cy="648000"/>
          </a:xfrm>
          <a:prstGeom prst="bevel">
            <a:avLst>
              <a:gd name="adj" fmla="val 5207"/>
            </a:avLst>
          </a:prstGeom>
          <a:solidFill>
            <a:schemeClr val="bg1"/>
          </a:solidFill>
          <a:ln w="3175">
            <a:solidFill>
              <a:schemeClr val="bg1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Forme</a:t>
            </a:r>
            <a:r>
              <a:rPr lang="en-US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des boutons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983BC60-F006-4A07-A673-2451F699F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512" y="5395986"/>
            <a:ext cx="1470660" cy="762000"/>
          </a:xfrm>
          <a:prstGeom prst="rect">
            <a:avLst/>
          </a:prstGeom>
        </p:spPr>
      </p:pic>
      <p:sp>
        <p:nvSpPr>
          <p:cNvPr id="18" name="Titre 6">
            <a:extLst>
              <a:ext uri="{FF2B5EF4-FFF2-40B4-BE49-F238E27FC236}">
                <a16:creationId xmlns:a16="http://schemas.microsoft.com/office/drawing/2014/main" id="{C1D17D78-813B-4E87-AB0E-FF87DE0E824F}"/>
              </a:ext>
            </a:extLst>
          </p:cNvPr>
          <p:cNvSpPr txBox="1">
            <a:spLocks/>
          </p:cNvSpPr>
          <p:nvPr/>
        </p:nvSpPr>
        <p:spPr>
          <a:xfrm>
            <a:off x="573867" y="4561971"/>
            <a:ext cx="5849695" cy="4199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all" spc="0" normalizeH="0" baseline="0" noProof="0" dirty="0">
                <a:ln>
                  <a:noFill/>
                </a:ln>
                <a:solidFill>
                  <a:srgbClr val="004E7E"/>
                </a:solidFill>
                <a:effectLst/>
                <a:uLnTx/>
                <a:uFillTx/>
                <a:latin typeface="Stylus BT" panose="020E0402020206020304" pitchFamily="34" charset="0"/>
              </a:rPr>
              <a:t>COULEUR ARRIERE PLAN: #FDFAE9</a:t>
            </a:r>
            <a:endParaRPr kumimoji="0" lang="fr-FR" sz="2800" b="0" i="0" u="none" strike="noStrike" kern="1200" cap="all" spc="-100" normalizeH="0" baseline="0" noProof="0" dirty="0">
              <a:ln>
                <a:noFill/>
              </a:ln>
              <a:solidFill>
                <a:srgbClr val="004E7E"/>
              </a:solidFill>
              <a:effectLst/>
              <a:uLnTx/>
              <a:uFillTx/>
              <a:latin typeface="Stylus BT" panose="020E0402020206020304" pitchFamily="34" charset="0"/>
            </a:endParaRPr>
          </a:p>
          <a:p>
            <a:pPr marL="0" marR="0" lvl="0" indent="0" algn="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1200" cap="all" spc="0" normalizeH="0" baseline="0" noProof="0" dirty="0">
              <a:ln>
                <a:noFill/>
              </a:ln>
              <a:solidFill>
                <a:srgbClr val="4C5775"/>
              </a:solidFill>
              <a:effectLst/>
              <a:uLnTx/>
              <a:uFillTx/>
              <a:latin typeface="Stylus BT" panose="020E04020202060203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90EBE4-7AB0-4AFD-8887-7DF121D99351}"/>
              </a:ext>
            </a:extLst>
          </p:cNvPr>
          <p:cNvSpPr/>
          <p:nvPr/>
        </p:nvSpPr>
        <p:spPr>
          <a:xfrm>
            <a:off x="739282" y="6176961"/>
            <a:ext cx="3980203" cy="419937"/>
          </a:xfrm>
          <a:prstGeom prst="rect">
            <a:avLst/>
          </a:prstGeom>
          <a:solidFill>
            <a:srgbClr val="FB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Couleur header: #FBF5D3</a:t>
            </a:r>
          </a:p>
        </p:txBody>
      </p:sp>
    </p:spTree>
    <p:extLst>
      <p:ext uri="{BB962C8B-B14F-4D97-AF65-F5344CB8AC3E}">
        <p14:creationId xmlns:p14="http://schemas.microsoft.com/office/powerpoint/2010/main" val="418888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5623EE-2181-4C4C-99DB-32626AC0B82C}"/>
              </a:ext>
            </a:extLst>
          </p:cNvPr>
          <p:cNvSpPr/>
          <p:nvPr/>
        </p:nvSpPr>
        <p:spPr>
          <a:xfrm>
            <a:off x="861646" y="613985"/>
            <a:ext cx="11148647" cy="5999362"/>
          </a:xfrm>
          <a:prstGeom prst="rect">
            <a:avLst/>
          </a:prstGeom>
          <a:solidFill>
            <a:srgbClr val="F6F2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12D783-375B-42E2-BF7E-C75B7BF31C58}"/>
              </a:ext>
            </a:extLst>
          </p:cNvPr>
          <p:cNvSpPr txBox="1"/>
          <p:nvPr/>
        </p:nvSpPr>
        <p:spPr>
          <a:xfrm>
            <a:off x="970199" y="2752595"/>
            <a:ext cx="3745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POLICES PAR DÉFAUT SQW</a:t>
            </a:r>
          </a:p>
          <a:p>
            <a:r>
              <a:rPr lang="fr-FR" dirty="0"/>
              <a:t>1 / texte normal : </a:t>
            </a:r>
            <a:r>
              <a:rPr lang="fr-FR" dirty="0" err="1"/>
              <a:t>Gadugi</a:t>
            </a:r>
            <a:endParaRPr lang="fr-FR" dirty="0"/>
          </a:p>
          <a:p>
            <a:r>
              <a:rPr lang="fr-FR" dirty="0"/>
              <a:t>2/ textes spéciaux : </a:t>
            </a:r>
            <a:r>
              <a:rPr lang="fr-FR" dirty="0">
                <a:latin typeface="Stylus BT" panose="020E0402020206020304" pitchFamily="34" charset="0"/>
              </a:rPr>
              <a:t>Stylus BT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FC018C27-C680-4A30-B104-744FA57307AA}"/>
              </a:ext>
            </a:extLst>
          </p:cNvPr>
          <p:cNvGrpSpPr/>
          <p:nvPr/>
        </p:nvGrpSpPr>
        <p:grpSpPr>
          <a:xfrm>
            <a:off x="9571889" y="244653"/>
            <a:ext cx="2321171" cy="6248406"/>
            <a:chOff x="9571889" y="288614"/>
            <a:chExt cx="2321171" cy="6248406"/>
          </a:xfrm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6E95ED61-F15A-40A6-B213-B40598D6764F}"/>
                </a:ext>
              </a:extLst>
            </p:cNvPr>
            <p:cNvSpPr/>
            <p:nvPr/>
          </p:nvSpPr>
          <p:spPr>
            <a:xfrm>
              <a:off x="9571890" y="5889020"/>
              <a:ext cx="2321169" cy="648000"/>
            </a:xfrm>
            <a:prstGeom prst="roundRect">
              <a:avLst/>
            </a:prstGeom>
            <a:solidFill>
              <a:srgbClr val="D3BFA3"/>
            </a:solidFill>
            <a:ln>
              <a:solidFill>
                <a:srgbClr val="D3BF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dugi" panose="020B0502040204020203" pitchFamily="34" charset="0"/>
                  <a:ea typeface="Gadugi" panose="020B0502040204020203" pitchFamily="34" charset="0"/>
                </a:rPr>
                <a:t>#D3BFA3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075ADC84-5B31-4227-BD31-E117EE88E3A4}"/>
                </a:ext>
              </a:extLst>
            </p:cNvPr>
            <p:cNvSpPr/>
            <p:nvPr/>
          </p:nvSpPr>
          <p:spPr>
            <a:xfrm>
              <a:off x="9571891" y="1791513"/>
              <a:ext cx="2321169" cy="648000"/>
            </a:xfrm>
            <a:prstGeom prst="roundRect">
              <a:avLst/>
            </a:prstGeom>
            <a:solidFill>
              <a:srgbClr val="1C1C1C"/>
            </a:solidFill>
            <a:ln>
              <a:solidFill>
                <a:srgbClr val="1C1C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dugi" panose="020B0502040204020203" pitchFamily="34" charset="0"/>
                  <a:ea typeface="Gadugi" panose="020B0502040204020203" pitchFamily="34" charset="0"/>
                </a:rPr>
                <a:t>#1C1C1C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78A1491F-59FB-4897-AB28-8ECCDC84035D}"/>
                </a:ext>
              </a:extLst>
            </p:cNvPr>
            <p:cNvSpPr/>
            <p:nvPr/>
          </p:nvSpPr>
          <p:spPr>
            <a:xfrm>
              <a:off x="9571891" y="2610221"/>
              <a:ext cx="2321169" cy="648000"/>
            </a:xfrm>
            <a:prstGeom prst="roundRect">
              <a:avLst/>
            </a:prstGeom>
            <a:solidFill>
              <a:srgbClr val="2F5D50"/>
            </a:solidFill>
            <a:ln>
              <a:solidFill>
                <a:srgbClr val="2F5D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dugi" panose="020B0502040204020203" pitchFamily="34" charset="0"/>
                  <a:ea typeface="Gadugi" panose="020B0502040204020203" pitchFamily="34" charset="0"/>
                </a:rPr>
                <a:t>#2F5D50</a:t>
              </a: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6E86415E-3EF4-4427-9524-EC716872DEC0}"/>
                </a:ext>
              </a:extLst>
            </p:cNvPr>
            <p:cNvSpPr/>
            <p:nvPr/>
          </p:nvSpPr>
          <p:spPr>
            <a:xfrm>
              <a:off x="9571891" y="3428930"/>
              <a:ext cx="2321169" cy="648000"/>
            </a:xfrm>
            <a:prstGeom prst="roundRect">
              <a:avLst/>
            </a:prstGeom>
            <a:solidFill>
              <a:srgbClr val="B8D87B"/>
            </a:solidFill>
            <a:ln>
              <a:solidFill>
                <a:srgbClr val="B8D8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dugi" panose="020B0502040204020203" pitchFamily="34" charset="0"/>
                  <a:ea typeface="Gadugi" panose="020B0502040204020203" pitchFamily="34" charset="0"/>
                </a:rPr>
                <a:t>#B8D87B</a:t>
              </a:r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9918032D-0943-4C5A-BB9B-F02ED617B372}"/>
                </a:ext>
              </a:extLst>
            </p:cNvPr>
            <p:cNvSpPr/>
            <p:nvPr/>
          </p:nvSpPr>
          <p:spPr>
            <a:xfrm>
              <a:off x="9571891" y="4201481"/>
              <a:ext cx="2321169" cy="648000"/>
            </a:xfrm>
            <a:prstGeom prst="roundRect">
              <a:avLst/>
            </a:prstGeom>
            <a:solidFill>
              <a:srgbClr val="A9D6E5"/>
            </a:solidFill>
            <a:ln>
              <a:solidFill>
                <a:srgbClr val="A9D6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dugi" panose="020B0502040204020203" pitchFamily="34" charset="0"/>
                  <a:ea typeface="Gadugi" panose="020B0502040204020203" pitchFamily="34" charset="0"/>
                </a:rPr>
                <a:t>#A9D6E5</a:t>
              </a:r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04B7C8CF-93E9-451F-A3DD-72196F37B318}"/>
                </a:ext>
              </a:extLst>
            </p:cNvPr>
            <p:cNvSpPr/>
            <p:nvPr/>
          </p:nvSpPr>
          <p:spPr>
            <a:xfrm>
              <a:off x="9571891" y="5020190"/>
              <a:ext cx="2321169" cy="648000"/>
            </a:xfrm>
            <a:prstGeom prst="roundRect">
              <a:avLst/>
            </a:prstGeom>
            <a:solidFill>
              <a:srgbClr val="F96C5B"/>
            </a:solidFill>
            <a:ln>
              <a:solidFill>
                <a:srgbClr val="F96C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dugi" panose="020B0502040204020203" pitchFamily="34" charset="0"/>
                  <a:ea typeface="Gadugi" panose="020B0502040204020203" pitchFamily="34" charset="0"/>
                </a:rPr>
                <a:t>#F96C5B</a:t>
              </a:r>
            </a:p>
          </p:txBody>
        </p:sp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7DF94046-32F2-435F-82D7-B9F72F0B4AC9}"/>
                </a:ext>
              </a:extLst>
            </p:cNvPr>
            <p:cNvSpPr/>
            <p:nvPr/>
          </p:nvSpPr>
          <p:spPr>
            <a:xfrm>
              <a:off x="9571889" y="922682"/>
              <a:ext cx="2321169" cy="648000"/>
            </a:xfrm>
            <a:prstGeom prst="roundRect">
              <a:avLst/>
            </a:prstGeom>
            <a:solidFill>
              <a:srgbClr val="FE7116"/>
            </a:solidFill>
            <a:ln>
              <a:solidFill>
                <a:srgbClr val="FE7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dugi" panose="020B0502040204020203" pitchFamily="34" charset="0"/>
                  <a:ea typeface="Gadugi" panose="020B0502040204020203" pitchFamily="34" charset="0"/>
                </a:rPr>
                <a:t>#FE7116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158D2FED-7A6F-4BF6-BAAC-E3D6FE1080B2}"/>
                </a:ext>
              </a:extLst>
            </p:cNvPr>
            <p:cNvSpPr txBox="1"/>
            <p:nvPr/>
          </p:nvSpPr>
          <p:spPr>
            <a:xfrm>
              <a:off x="9627571" y="288614"/>
              <a:ext cx="2209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Jeu de couleurs SQW</a:t>
              </a:r>
              <a:endParaRPr lang="fr-FR" dirty="0">
                <a:latin typeface="Stylus BT" panose="020E0402020206020304" pitchFamily="34" charset="0"/>
              </a:endParaRPr>
            </a:p>
          </p:txBody>
        </p:sp>
      </p:grpSp>
      <p:sp>
        <p:nvSpPr>
          <p:cNvPr id="19" name="Titre 6">
            <a:extLst>
              <a:ext uri="{FF2B5EF4-FFF2-40B4-BE49-F238E27FC236}">
                <a16:creationId xmlns:a16="http://schemas.microsoft.com/office/drawing/2014/main" id="{D81E796E-2B5E-4AEC-A828-3A59AA59383C}"/>
              </a:ext>
            </a:extLst>
          </p:cNvPr>
          <p:cNvSpPr txBox="1">
            <a:spLocks/>
          </p:cNvSpPr>
          <p:nvPr/>
        </p:nvSpPr>
        <p:spPr>
          <a:xfrm>
            <a:off x="970199" y="791694"/>
            <a:ext cx="6057904" cy="9921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all" spc="0" normalizeH="0" baseline="0" noProof="0" dirty="0">
                <a:ln>
                  <a:noFill/>
                </a:ln>
                <a:solidFill>
                  <a:srgbClr val="004E7E"/>
                </a:solidFill>
                <a:effectLst/>
                <a:uLnTx/>
                <a:uFillTx/>
                <a:latin typeface="Stylus BT" panose="020E0402020206020304" pitchFamily="34" charset="0"/>
              </a:rPr>
              <a:t>CHARTE SQWEEZY (SQW)</a:t>
            </a:r>
            <a:endParaRPr kumimoji="0" lang="fr-FR" b="0" i="0" u="none" strike="noStrike" kern="1200" cap="all" spc="-100" normalizeH="0" baseline="0" noProof="0" dirty="0">
              <a:ln>
                <a:noFill/>
              </a:ln>
              <a:solidFill>
                <a:srgbClr val="004E7E"/>
              </a:solidFill>
              <a:effectLst/>
              <a:uLnTx/>
              <a:uFillTx/>
              <a:latin typeface="Stylus BT" panose="020E0402020206020304" pitchFamily="34" charset="0"/>
            </a:endParaRPr>
          </a:p>
          <a:p>
            <a:pPr marL="0" marR="0" lvl="0" indent="0" algn="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all" spc="0" normalizeH="0" baseline="0" noProof="0" dirty="0">
              <a:ln>
                <a:noFill/>
              </a:ln>
              <a:solidFill>
                <a:srgbClr val="4C5775"/>
              </a:solidFill>
              <a:effectLst/>
              <a:uLnTx/>
              <a:uFillTx/>
              <a:latin typeface="Stylus BT" panose="020E0402020206020304" pitchFamily="34" charset="0"/>
            </a:endParaRPr>
          </a:p>
        </p:txBody>
      </p:sp>
      <p:sp>
        <p:nvSpPr>
          <p:cNvPr id="22" name="Titre 6">
            <a:extLst>
              <a:ext uri="{FF2B5EF4-FFF2-40B4-BE49-F238E27FC236}">
                <a16:creationId xmlns:a16="http://schemas.microsoft.com/office/drawing/2014/main" id="{AB7C625B-FDC0-4158-8983-D8BFDA1DA6D5}"/>
              </a:ext>
            </a:extLst>
          </p:cNvPr>
          <p:cNvSpPr txBox="1">
            <a:spLocks/>
          </p:cNvSpPr>
          <p:nvPr/>
        </p:nvSpPr>
        <p:spPr>
          <a:xfrm>
            <a:off x="970200" y="1631544"/>
            <a:ext cx="5849695" cy="4199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all" spc="0" normalizeH="0" baseline="0" noProof="0" dirty="0">
                <a:ln>
                  <a:noFill/>
                </a:ln>
                <a:solidFill>
                  <a:srgbClr val="004E7E"/>
                </a:solidFill>
                <a:effectLst/>
                <a:uLnTx/>
                <a:uFillTx/>
                <a:latin typeface="Stylus BT" panose="020E0402020206020304" pitchFamily="34" charset="0"/>
              </a:rPr>
              <a:t>COULEUR TEXTE TITRES : #004E7E</a:t>
            </a:r>
            <a:endParaRPr kumimoji="0" lang="fr-FR" sz="2800" b="0" i="0" u="none" strike="noStrike" kern="1200" cap="all" spc="-100" normalizeH="0" baseline="0" noProof="0" dirty="0">
              <a:ln>
                <a:noFill/>
              </a:ln>
              <a:solidFill>
                <a:srgbClr val="004E7E"/>
              </a:solidFill>
              <a:effectLst/>
              <a:uLnTx/>
              <a:uFillTx/>
              <a:latin typeface="Stylus BT" panose="020E0402020206020304" pitchFamily="34" charset="0"/>
            </a:endParaRPr>
          </a:p>
          <a:p>
            <a:pPr marL="0" marR="0" lvl="0" indent="0" algn="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1200" cap="all" spc="0" normalizeH="0" baseline="0" noProof="0" dirty="0">
              <a:ln>
                <a:noFill/>
              </a:ln>
              <a:solidFill>
                <a:srgbClr val="4C5775"/>
              </a:solidFill>
              <a:effectLst/>
              <a:uLnTx/>
              <a:uFillTx/>
              <a:latin typeface="Stylus BT" panose="020E0402020206020304" pitchFamily="34" charset="0"/>
            </a:endParaRPr>
          </a:p>
        </p:txBody>
      </p:sp>
      <p:sp>
        <p:nvSpPr>
          <p:cNvPr id="23" name="Titre 6">
            <a:extLst>
              <a:ext uri="{FF2B5EF4-FFF2-40B4-BE49-F238E27FC236}">
                <a16:creationId xmlns:a16="http://schemas.microsoft.com/office/drawing/2014/main" id="{BD782ED8-07B8-486A-B231-C1D259F43784}"/>
              </a:ext>
            </a:extLst>
          </p:cNvPr>
          <p:cNvSpPr txBox="1">
            <a:spLocks/>
          </p:cNvSpPr>
          <p:nvPr/>
        </p:nvSpPr>
        <p:spPr>
          <a:xfrm>
            <a:off x="970199" y="2127638"/>
            <a:ext cx="5849695" cy="4550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i="0" u="none" strike="noStrike" kern="1200" cap="none" spc="0" normalizeH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</a:rPr>
              <a:t>Couleur texte normal </a:t>
            </a:r>
            <a:r>
              <a:rPr kumimoji="0" lang="fr-FR" sz="2800" i="0" u="none" strike="noStrike" kern="1200" cap="all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</a:rPr>
              <a:t>: #475569</a:t>
            </a:r>
            <a:endParaRPr kumimoji="0" lang="fr-FR" sz="2800" i="0" u="none" strike="noStrike" kern="1200" cap="all" spc="-100" normalizeH="0" baseline="0" noProof="0" dirty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0" marR="0" lvl="0" indent="0" algn="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i="0" u="none" strike="noStrike" kern="1200" cap="all" spc="0" normalizeH="0" baseline="0" noProof="0" dirty="0">
              <a:ln>
                <a:noFill/>
              </a:ln>
              <a:solidFill>
                <a:srgbClr val="4C5775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7B982989-C62C-49C9-A29F-B8898675F50B}"/>
              </a:ext>
            </a:extLst>
          </p:cNvPr>
          <p:cNvSpPr/>
          <p:nvPr/>
        </p:nvSpPr>
        <p:spPr>
          <a:xfrm>
            <a:off x="6167077" y="4155016"/>
            <a:ext cx="2321169" cy="648000"/>
          </a:xfrm>
          <a:prstGeom prst="roundRect">
            <a:avLst/>
          </a:prstGeom>
          <a:solidFill>
            <a:srgbClr val="B8D87B"/>
          </a:solidFill>
          <a:ln>
            <a:solidFill>
              <a:srgbClr val="B8D8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Forme</a:t>
            </a:r>
            <a:r>
              <a:rPr lang="en-US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des boutons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A4A65EC2-6ED6-4AA7-ACC9-4762476DFDCC}"/>
              </a:ext>
            </a:extLst>
          </p:cNvPr>
          <p:cNvSpPr txBox="1">
            <a:spLocks/>
          </p:cNvSpPr>
          <p:nvPr/>
        </p:nvSpPr>
        <p:spPr>
          <a:xfrm>
            <a:off x="970198" y="5288244"/>
            <a:ext cx="5849695" cy="4199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all" spc="0" normalizeH="0" baseline="0" noProof="0" dirty="0">
                <a:ln>
                  <a:noFill/>
                </a:ln>
                <a:solidFill>
                  <a:srgbClr val="004E7E"/>
                </a:solidFill>
                <a:effectLst/>
                <a:uLnTx/>
                <a:uFillTx/>
                <a:latin typeface="Stylus BT" panose="020E0402020206020304" pitchFamily="34" charset="0"/>
              </a:rPr>
              <a:t>COULEUR ARRIERE PLAN: #F6F2ED</a:t>
            </a:r>
            <a:endParaRPr kumimoji="0" lang="fr-FR" sz="2800" b="0" i="0" u="none" strike="noStrike" kern="1200" cap="all" spc="-100" normalizeH="0" baseline="0" noProof="0" dirty="0">
              <a:ln>
                <a:noFill/>
              </a:ln>
              <a:solidFill>
                <a:srgbClr val="004E7E"/>
              </a:solidFill>
              <a:effectLst/>
              <a:uLnTx/>
              <a:uFillTx/>
              <a:latin typeface="Stylus BT" panose="020E0402020206020304" pitchFamily="34" charset="0"/>
            </a:endParaRPr>
          </a:p>
          <a:p>
            <a:pPr marL="0" marR="0" lvl="0" indent="0" algn="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1200" cap="all" spc="0" normalizeH="0" baseline="0" noProof="0" dirty="0">
              <a:ln>
                <a:noFill/>
              </a:ln>
              <a:solidFill>
                <a:srgbClr val="4C5775"/>
              </a:solidFill>
              <a:effectLst/>
              <a:uLnTx/>
              <a:uFillTx/>
              <a:latin typeface="Stylus BT" panose="020E04020202060203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870DC3-1A0F-4253-92BF-466A9D62F7AD}"/>
              </a:ext>
            </a:extLst>
          </p:cNvPr>
          <p:cNvSpPr/>
          <p:nvPr/>
        </p:nvSpPr>
        <p:spPr>
          <a:xfrm>
            <a:off x="1122740" y="6155320"/>
            <a:ext cx="3980203" cy="419937"/>
          </a:xfrm>
          <a:prstGeom prst="rect">
            <a:avLst/>
          </a:prstGeom>
          <a:solidFill>
            <a:srgbClr val="EDE5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Couleur header: #EDE5DA</a:t>
            </a:r>
          </a:p>
        </p:txBody>
      </p:sp>
    </p:spTree>
    <p:extLst>
      <p:ext uri="{BB962C8B-B14F-4D97-AF65-F5344CB8AC3E}">
        <p14:creationId xmlns:p14="http://schemas.microsoft.com/office/powerpoint/2010/main" val="3755971657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SQWEEZY">
      <a:dk1>
        <a:srgbClr val="1C1C1C"/>
      </a:dk1>
      <a:lt1>
        <a:srgbClr val="FFFFFF"/>
      </a:lt1>
      <a:dk2>
        <a:srgbClr val="2F5D50"/>
      </a:dk2>
      <a:lt2>
        <a:srgbClr val="B8D87B"/>
      </a:lt2>
      <a:accent1>
        <a:srgbClr val="B8D87B"/>
      </a:accent1>
      <a:accent2>
        <a:srgbClr val="2F5D50"/>
      </a:accent2>
      <a:accent3>
        <a:srgbClr val="A9D6E5"/>
      </a:accent3>
      <a:accent4>
        <a:srgbClr val="F96C5B"/>
      </a:accent4>
      <a:accent5>
        <a:srgbClr val="D3BFA3"/>
      </a:accent5>
      <a:accent6>
        <a:srgbClr val="1C1C1C"/>
      </a:accent6>
      <a:hlink>
        <a:srgbClr val="0563C1"/>
      </a:hlink>
      <a:folHlink>
        <a:srgbClr val="48A1FA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1_Thème SSS">
  <a:themeElements>
    <a:clrScheme name="SKIMSTONES">
      <a:dk1>
        <a:srgbClr val="19284F"/>
      </a:dk1>
      <a:lt1>
        <a:srgbClr val="F4E791"/>
      </a:lt1>
      <a:dk2>
        <a:srgbClr val="4C5775"/>
      </a:dk2>
      <a:lt2>
        <a:srgbClr val="A37C3D"/>
      </a:lt2>
      <a:accent1>
        <a:srgbClr val="19284F"/>
      </a:accent1>
      <a:accent2>
        <a:srgbClr val="4C5775"/>
      </a:accent2>
      <a:accent3>
        <a:srgbClr val="9B324B"/>
      </a:accent3>
      <a:accent4>
        <a:srgbClr val="F4E791"/>
      </a:accent4>
      <a:accent5>
        <a:srgbClr val="A37C3D"/>
      </a:accent5>
      <a:accent6>
        <a:srgbClr val="6AAC91"/>
      </a:accent6>
      <a:hlink>
        <a:srgbClr val="FB4A18"/>
      </a:hlink>
      <a:folHlink>
        <a:srgbClr val="FB9318"/>
      </a:folHlink>
    </a:clrScheme>
    <a:fontScheme name="SKIMSTONES">
      <a:majorFont>
        <a:latin typeface="Argentum Sans VF"/>
        <a:ea typeface=""/>
        <a:cs typeface=""/>
      </a:majorFont>
      <a:minorFont>
        <a:latin typeface="Gadugi"/>
        <a:ea typeface=""/>
        <a:cs typeface="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SSS" id="{AD97CDFB-9BDE-4E21-B1A7-3775931732CE}" vid="{CCEF4664-67E0-47AB-A9C8-478BF031E34F}"/>
    </a:ext>
  </a:extLst>
</a:theme>
</file>

<file path=ppt/theme/theme3.xml><?xml version="1.0" encoding="utf-8"?>
<a:theme xmlns:a="http://schemas.openxmlformats.org/drawingml/2006/main" name="2_Thème SSS">
  <a:themeElements>
    <a:clrScheme name="SKIMSTONES">
      <a:dk1>
        <a:srgbClr val="19284F"/>
      </a:dk1>
      <a:lt1>
        <a:srgbClr val="F4E791"/>
      </a:lt1>
      <a:dk2>
        <a:srgbClr val="4C5775"/>
      </a:dk2>
      <a:lt2>
        <a:srgbClr val="A37C3D"/>
      </a:lt2>
      <a:accent1>
        <a:srgbClr val="19284F"/>
      </a:accent1>
      <a:accent2>
        <a:srgbClr val="4C5775"/>
      </a:accent2>
      <a:accent3>
        <a:srgbClr val="9B324B"/>
      </a:accent3>
      <a:accent4>
        <a:srgbClr val="F4E791"/>
      </a:accent4>
      <a:accent5>
        <a:srgbClr val="A37C3D"/>
      </a:accent5>
      <a:accent6>
        <a:srgbClr val="6AAC91"/>
      </a:accent6>
      <a:hlink>
        <a:srgbClr val="FB4A18"/>
      </a:hlink>
      <a:folHlink>
        <a:srgbClr val="FB9318"/>
      </a:folHlink>
    </a:clrScheme>
    <a:fontScheme name="SKIMSTONES">
      <a:majorFont>
        <a:latin typeface="Argentum Sans VF"/>
        <a:ea typeface=""/>
        <a:cs typeface=""/>
      </a:majorFont>
      <a:minorFont>
        <a:latin typeface="Gadugi"/>
        <a:ea typeface=""/>
        <a:cs typeface="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SSS" id="{AD97CDFB-9BDE-4E21-B1A7-3775931732CE}" vid="{CCEF4664-67E0-47AB-A9C8-478BF031E34F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11893</TotalTime>
  <Words>144</Words>
  <Application>Microsoft Office PowerPoint</Application>
  <PresentationFormat>Grand écran</PresentationFormat>
  <Paragraphs>35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</vt:i4>
      </vt:variant>
    </vt:vector>
  </HeadingPairs>
  <TitlesOfParts>
    <vt:vector size="13" baseType="lpstr">
      <vt:lpstr>Argentum Sans VF</vt:lpstr>
      <vt:lpstr>Arial</vt:lpstr>
      <vt:lpstr>Artifakt Element Medium</vt:lpstr>
      <vt:lpstr>Calibri</vt:lpstr>
      <vt:lpstr>Corbel</vt:lpstr>
      <vt:lpstr>Gadugi</vt:lpstr>
      <vt:lpstr>Stylus BT</vt:lpstr>
      <vt:lpstr>Wingdings</vt:lpstr>
      <vt:lpstr>Base</vt:lpstr>
      <vt:lpstr>1_Thème SSS</vt:lpstr>
      <vt:lpstr>2_Thème SSS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Lenda</dc:creator>
  <cp:lastModifiedBy>SKIMSTONES</cp:lastModifiedBy>
  <cp:revision>125</cp:revision>
  <dcterms:created xsi:type="dcterms:W3CDTF">2025-07-24T12:37:08Z</dcterms:created>
  <dcterms:modified xsi:type="dcterms:W3CDTF">2026-05-19T18:12:32Z</dcterms:modified>
</cp:coreProperties>
</file>